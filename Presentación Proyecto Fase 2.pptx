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charts/chart1.xml" ContentType="application/vnd.openxmlformats-officedocument.drawingml.chart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charts/chart2.xml" ContentType="application/vnd.openxmlformats-officedocument.drawingml.chart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charts/chart3.xml" ContentType="application/vnd.openxmlformats-officedocument.drawingml.chart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autoCompressPictures="0">
  <p:sldMasterIdLst>
    <p:sldMasterId id="2147483648" r:id="rId4"/>
  </p:sldMasterIdLst>
  <p:notesMasterIdLst>
    <p:notesMasterId r:id="rId29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8" r:id="rId24"/>
    <p:sldId id="279" r:id="rId25"/>
    <p:sldId id="280" r:id="rId26"/>
    <p:sldId id="281" r:id="rId27"/>
    <p:sldId id="284" r:id="rId2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Portada" id="{B95F0092-106E-4126-8558-BF702FDD61D2}">
          <p14:sldIdLst>
            <p14:sldId id="256"/>
            <p14:sldId id="257"/>
          </p14:sldIdLst>
        </p14:section>
        <p14:section name="Problema y solución" id="{61D73F21-785A-4CD8-9D27-0B8471CDBFD2}">
          <p14:sldIdLst>
            <p14:sldId id="258"/>
            <p14:sldId id="259"/>
            <p14:sldId id="260"/>
            <p14:sldId id="261"/>
            <p14:sldId id="262"/>
            <p14:sldId id="263"/>
          </p14:sldIdLst>
        </p14:section>
        <p14:section name="Metodología" id="{2B5BAB79-8A36-4B3B-9FD8-BBB230CD883C}">
          <p14:sldIdLst>
            <p14:sldId id="264"/>
            <p14:sldId id="265"/>
            <p14:sldId id="268"/>
          </p14:sldIdLst>
        </p14:section>
        <p14:section name="Diseño de la solución" id="{F9882618-18AA-46BD-A13A-F38EBF5982C5}">
          <p14:sldIdLst>
            <p14:sldId id="269"/>
            <p14:sldId id="270"/>
            <p14:sldId id="271"/>
            <p14:sldId id="272"/>
          </p14:sldIdLst>
        </p14:section>
        <p14:section name="Avance del producto" id="{AAB456A1-17A6-4B96-B095-4665D8C8A9C3}">
          <p14:sldIdLst>
            <p14:sldId id="273"/>
            <p14:sldId id="274"/>
            <p14:sldId id="275"/>
            <p14:sldId id="276"/>
          </p14:sldIdLst>
        </p14:section>
        <p14:section name="Plan de pruebas" id="{ED0BF9C9-83ED-42A6-A799-31BC717F34BD}">
          <p14:sldIdLst>
            <p14:sldId id="278"/>
            <p14:sldId id="279"/>
            <p14:sldId id="280"/>
          </p14:sldIdLst>
        </p14:section>
        <p14:section name="Retrospectiva y cierre" id="{185EB525-74C0-4A3B-9E5C-1030D3FC0AD9}">
          <p14:sldIdLst>
            <p14:sldId id="281"/>
            <p14:sldId id="284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>
        <p15:guide id="1" orient="horz" pos="288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notes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A23D8925-7B34-DBD5-DAE8-D66B805E69CA}" name="Rebecca Benjamin" initials="" userId="S::rebecca@milestonecreative.co.uk::6f46fc7a-9ff6-407a-9932-fb90c9e88726" providerId="AD"/>
  <p188:author id="{25E9E734-B73B-FC63-60CE-D030AAF9AA6E}" name="Mark McCarthy   IPLC" initials="MM" userId="S::Mark.McCarthy@inchcape.com::32f8a7eb-60fc-45d6-b19e-3f9b1fc13bd0" providerId="AD"/>
  <p188:author id="{35EC5659-B221-D1B6-0ADA-4392F60615A2}" name="Mark McCarthy   IPLC" initials="MI" userId="S::mark.mccarthy@inchcape.com::32f8a7eb-60fc-45d6-b19e-3f9b1fc13bd0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Sophie Field" initials="SF" lastIdx="10" clrIdx="0">
    <p:extLst>
      <p:ext uri="{19B8F6BF-5375-455C-9EA6-DF929625EA0E}">
        <p15:presenceInfo xmlns:p15="http://schemas.microsoft.com/office/powerpoint/2012/main" userId="b2526e664e19bf00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BCF02"/>
    <a:srgbClr val="001A41"/>
    <a:srgbClr val="001A19"/>
    <a:srgbClr val="19BDE6"/>
    <a:srgbClr val="F1E51B"/>
    <a:srgbClr val="152C47"/>
    <a:srgbClr val="000000"/>
    <a:srgbClr val="152D47"/>
    <a:srgbClr val="15BDE6"/>
    <a:srgbClr val="00233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46F890A9-2807-4EBB-B81D-B2AA78EC7F39}" styleName="Dark Style 2 - Accent 5/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496"/>
    <p:restoredTop sz="86531"/>
  </p:normalViewPr>
  <p:slideViewPr>
    <p:cSldViewPr snapToGrid="0" snapToObjects="1" showGuides="1">
      <p:cViewPr varScale="1">
        <p:scale>
          <a:sx n="71" d="100"/>
          <a:sy n="71" d="100"/>
        </p:scale>
        <p:origin x="1114" y="58"/>
      </p:cViewPr>
      <p:guideLst/>
    </p:cSldViewPr>
  </p:slideViewPr>
  <p:outlineViewPr>
    <p:cViewPr>
      <p:scale>
        <a:sx n="33" d="100"/>
        <a:sy n="33" d="100"/>
      </p:scale>
      <p:origin x="0" y="-27640"/>
    </p:cViewPr>
  </p:outlineViewPr>
  <p:notesTextViewPr>
    <p:cViewPr>
      <p:scale>
        <a:sx n="70" d="100"/>
        <a:sy n="70" d="100"/>
      </p:scale>
      <p:origin x="0" y="0"/>
    </p:cViewPr>
  </p:notesTextViewPr>
  <p:sorterViewPr>
    <p:cViewPr>
      <p:scale>
        <a:sx n="88" d="100"/>
        <a:sy n="88" d="100"/>
      </p:scale>
      <p:origin x="0" y="0"/>
    </p:cViewPr>
  </p:sorterViewPr>
  <p:notesViewPr>
    <p:cSldViewPr snapToGrid="0" snapToObjects="1" showGuides="1">
      <p:cViewPr varScale="1">
        <p:scale>
          <a:sx n="165" d="100"/>
          <a:sy n="165" d="100"/>
        </p:scale>
        <p:origin x="1104" y="216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34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commentAuthors" Target="commentAuthors.xml"/><Relationship Id="rId35" Type="http://schemas.microsoft.com/office/2018/10/relationships/authors" Target="authors.xml"/><Relationship Id="rId8" Type="http://schemas.openxmlformats.org/officeDocument/2006/relationships/slide" Target="slides/slide4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1"/>
  <c:style val="2"/>
  <c:chart>
    <c:autoTitleDeleted val="1"/>
    <c:plotArea>
      <c:layout/>
      <c:barChart>
        <c:barDir val="bar"/>
        <c:grouping val="stack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Implementado</c:v>
                </c:pt>
              </c:strCache>
            </c:strRef>
          </c:tx>
          <c:spPr>
            <a:solidFill>
              <a:srgbClr val="001A41"/>
            </a:solidFill>
            <a:ln>
              <a:noFill/>
            </a:ln>
          </c:spPr>
          <c:invertIfNegative val="1"/>
          <c:dLbls>
            <c:numFmt formatCode="0;;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1">
                    <a:solidFill>
                      <a:srgbClr val="FFFFFF"/>
                    </a:solidFill>
                  </a:defRPr>
                </a:pPr>
                <a:endParaRPr lang="es-CL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Sheet1!$A$2:$A$13</c:f>
              <c:strCache>
                <c:ptCount val="12"/>
                <c:pt idx="0">
                  <c:v>Ingesta y calidad</c:v>
                </c:pt>
                <c:pt idx="1">
                  <c:v>Preparación de datos</c:v>
                </c:pt>
                <c:pt idx="2">
                  <c:v>Nivel de servicio</c:v>
                </c:pt>
                <c:pt idx="3">
                  <c:v>Modelado y validación</c:v>
                </c:pt>
                <c:pt idx="4">
                  <c:v>Gobierno del modelo</c:v>
                </c:pt>
                <c:pt idx="5">
                  <c:v>Proyección de demanda</c:v>
                </c:pt>
                <c:pt idx="6">
                  <c:v>Simulación de cobertura</c:v>
                </c:pt>
                <c:pt idx="7">
                  <c:v>Plan de compra</c:v>
                </c:pt>
                <c:pt idx="8">
                  <c:v>Monitoreo del modelo</c:v>
                </c:pt>
                <c:pt idx="9">
                  <c:v>Ciclo mensual</c:v>
                </c:pt>
                <c:pt idx="10">
                  <c:v>Seguridad y acceso</c:v>
                </c:pt>
                <c:pt idx="11">
                  <c:v>No funcionales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4</c:v>
                </c:pt>
                <c:pt idx="1">
                  <c:v>3</c:v>
                </c:pt>
                <c:pt idx="2">
                  <c:v>1</c:v>
                </c:pt>
                <c:pt idx="3">
                  <c:v>2</c:v>
                </c:pt>
                <c:pt idx="4">
                  <c:v>2</c:v>
                </c:pt>
                <c:pt idx="5">
                  <c:v>3</c:v>
                </c:pt>
                <c:pt idx="6">
                  <c:v>2</c:v>
                </c:pt>
                <c:pt idx="7">
                  <c:v>1</c:v>
                </c:pt>
                <c:pt idx="8">
                  <c:v>1</c:v>
                </c:pt>
                <c:pt idx="9">
                  <c:v>1</c:v>
                </c:pt>
                <c:pt idx="10">
                  <c:v>0</c:v>
                </c:pt>
                <c:pt idx="11">
                  <c:v>5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0-063F-4C75-B139-96CFEE8517D1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Parcial</c:v>
                </c:pt>
              </c:strCache>
            </c:strRef>
          </c:tx>
          <c:spPr>
            <a:solidFill>
              <a:srgbClr val="19BDE6"/>
            </a:solidFill>
            <a:ln>
              <a:noFill/>
            </a:ln>
          </c:spPr>
          <c:invertIfNegative val="1"/>
          <c:dLbls>
            <c:numFmt formatCode="0;;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1">
                    <a:solidFill>
                      <a:srgbClr val="001A41"/>
                    </a:solidFill>
                  </a:defRPr>
                </a:pPr>
                <a:endParaRPr lang="es-CL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Sheet1!$A$2:$A$13</c:f>
              <c:strCache>
                <c:ptCount val="12"/>
                <c:pt idx="0">
                  <c:v>Ingesta y calidad</c:v>
                </c:pt>
                <c:pt idx="1">
                  <c:v>Preparación de datos</c:v>
                </c:pt>
                <c:pt idx="2">
                  <c:v>Nivel de servicio</c:v>
                </c:pt>
                <c:pt idx="3">
                  <c:v>Modelado y validación</c:v>
                </c:pt>
                <c:pt idx="4">
                  <c:v>Gobierno del modelo</c:v>
                </c:pt>
                <c:pt idx="5">
                  <c:v>Proyección de demanda</c:v>
                </c:pt>
                <c:pt idx="6">
                  <c:v>Simulación de cobertura</c:v>
                </c:pt>
                <c:pt idx="7">
                  <c:v>Plan de compra</c:v>
                </c:pt>
                <c:pt idx="8">
                  <c:v>Monitoreo del modelo</c:v>
                </c:pt>
                <c:pt idx="9">
                  <c:v>Ciclo mensual</c:v>
                </c:pt>
                <c:pt idx="10">
                  <c:v>Seguridad y acceso</c:v>
                </c:pt>
                <c:pt idx="11">
                  <c:v>No funcionales</c:v>
                </c:pt>
              </c:strCache>
            </c: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0</c:v>
                </c:pt>
                <c:pt idx="1">
                  <c:v>1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2</c:v>
                </c:pt>
                <c:pt idx="6">
                  <c:v>0</c:v>
                </c:pt>
                <c:pt idx="7">
                  <c:v>1</c:v>
                </c:pt>
                <c:pt idx="8">
                  <c:v>1</c:v>
                </c:pt>
                <c:pt idx="9">
                  <c:v>1</c:v>
                </c:pt>
                <c:pt idx="10">
                  <c:v>0</c:v>
                </c:pt>
                <c:pt idx="11">
                  <c:v>3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1-063F-4C75-B139-96CFEE8517D1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Pendiente</c:v>
                </c:pt>
              </c:strCache>
            </c:strRef>
          </c:tx>
          <c:spPr>
            <a:solidFill>
              <a:srgbClr val="F1E519"/>
            </a:solidFill>
            <a:ln>
              <a:noFill/>
            </a:ln>
          </c:spPr>
          <c:invertIfNegative val="1"/>
          <c:dLbls>
            <c:numFmt formatCode="0;;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1">
                    <a:solidFill>
                      <a:srgbClr val="001A41"/>
                    </a:solidFill>
                  </a:defRPr>
                </a:pPr>
                <a:endParaRPr lang="es-CL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Sheet1!$A$2:$A$13</c:f>
              <c:strCache>
                <c:ptCount val="12"/>
                <c:pt idx="0">
                  <c:v>Ingesta y calidad</c:v>
                </c:pt>
                <c:pt idx="1">
                  <c:v>Preparación de datos</c:v>
                </c:pt>
                <c:pt idx="2">
                  <c:v>Nivel de servicio</c:v>
                </c:pt>
                <c:pt idx="3">
                  <c:v>Modelado y validación</c:v>
                </c:pt>
                <c:pt idx="4">
                  <c:v>Gobierno del modelo</c:v>
                </c:pt>
                <c:pt idx="5">
                  <c:v>Proyección de demanda</c:v>
                </c:pt>
                <c:pt idx="6">
                  <c:v>Simulación de cobertura</c:v>
                </c:pt>
                <c:pt idx="7">
                  <c:v>Plan de compra</c:v>
                </c:pt>
                <c:pt idx="8">
                  <c:v>Monitoreo del modelo</c:v>
                </c:pt>
                <c:pt idx="9">
                  <c:v>Ciclo mensual</c:v>
                </c:pt>
                <c:pt idx="10">
                  <c:v>Seguridad y acceso</c:v>
                </c:pt>
                <c:pt idx="11">
                  <c:v>No funcionales</c:v>
                </c:pt>
              </c:strCache>
            </c:strRef>
          </c:cat>
          <c:val>
            <c:numRef>
              <c:f>Sheet1!$D$2:$D$13</c:f>
              <c:numCache>
                <c:formatCode>General</c:formatCode>
                <c:ptCount val="12"/>
                <c:pt idx="0">
                  <c:v>1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1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2</c:v>
                </c:pt>
                <c:pt idx="11">
                  <c:v>0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2-063F-4C75-B139-96CFEE8517D1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45"/>
        <c:overlap val="10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numFmt formatCode="General" sourceLinked="0"/>
        <c:majorTickMark val="out"/>
        <c:minorTickMark val="none"/>
        <c:tickLblPos val="nextTo"/>
        <c:spPr>
          <a:ln>
            <a:solidFill>
              <a:srgbClr val="E8EDF1"/>
            </a:solidFill>
          </a:ln>
        </c:spPr>
        <c:txPr>
          <a:bodyPr/>
          <a:lstStyle/>
          <a:p>
            <a:pPr>
              <a:defRPr sz="900"/>
            </a:pPr>
            <a:endParaRPr lang="es-CL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1"/>
        <c:axPos val="t"/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legend>
      <c:legendPos val="t"/>
      <c:overlay val="0"/>
      <c:txPr>
        <a:bodyPr/>
        <a:lstStyle/>
        <a:p>
          <a:pPr>
            <a:defRPr sz="900"/>
          </a:pPr>
          <a:endParaRPr lang="es-CL"/>
        </a:p>
      </c:txPr>
    </c:legend>
    <c:plotVisOnly val="1"/>
    <c:dispBlanksAs val="gap"/>
    <c:showDLblsOverMax val="1"/>
  </c:chart>
  <c:txPr>
    <a:bodyPr/>
    <a:lstStyle/>
    <a:p>
      <a:pPr>
        <a:defRPr sz="900">
          <a:solidFill>
            <a:srgbClr val="39464F"/>
          </a:solidFill>
          <a:latin typeface="Century Gothic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1"/>
  <c:style val="2"/>
  <c:chart>
    <c:autoTitleDeleted val="1"/>
    <c:plotArea>
      <c:layout/>
      <c:barChart>
        <c:barDir val="bar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WMAPE</c:v>
                </c:pt>
              </c:strCache>
            </c:strRef>
          </c:tx>
          <c:invertIfNegative val="1"/>
          <c:dPt>
            <c:idx val="0"/>
            <c:invertIfNegative val="1"/>
            <c:bubble3D val="0"/>
            <c:spPr>
              <a:solidFill>
                <a:srgbClr val="001A41"/>
              </a:solidFill>
            </c:spPr>
            <c:extLst>
              <c:ext xmlns:c16="http://schemas.microsoft.com/office/drawing/2014/chart" uri="{C3380CC4-5D6E-409C-BE32-E72D297353CC}">
                <c16:uniqueId val="{00000001-9597-4848-A36E-DD4EF6F3EF81}"/>
              </c:ext>
            </c:extLst>
          </c:dPt>
          <c:dPt>
            <c:idx val="1"/>
            <c:invertIfNegative val="1"/>
            <c:bubble3D val="0"/>
            <c:spPr>
              <a:solidFill>
                <a:srgbClr val="19BDE6"/>
              </a:solidFill>
            </c:spPr>
            <c:extLst>
              <c:ext xmlns:c16="http://schemas.microsoft.com/office/drawing/2014/chart" uri="{C3380CC4-5D6E-409C-BE32-E72D297353CC}">
                <c16:uniqueId val="{00000003-9597-4848-A36E-DD4EF6F3EF81}"/>
              </c:ext>
            </c:extLst>
          </c:dPt>
          <c:dPt>
            <c:idx val="2"/>
            <c:invertIfNegative val="1"/>
            <c:bubble3D val="0"/>
            <c:spPr>
              <a:solidFill>
                <a:srgbClr val="9FB3C8"/>
              </a:solidFill>
            </c:spPr>
            <c:extLst>
              <c:ext xmlns:c16="http://schemas.microsoft.com/office/drawing/2014/chart" uri="{C3380CC4-5D6E-409C-BE32-E72D297353CC}">
                <c16:uniqueId val="{00000005-9597-4848-A36E-DD4EF6F3EF81}"/>
              </c:ext>
            </c:extLst>
          </c:dPt>
          <c:dPt>
            <c:idx val="3"/>
            <c:invertIfNegative val="1"/>
            <c:bubble3D val="0"/>
            <c:spPr>
              <a:solidFill>
                <a:srgbClr val="9FB3C8"/>
              </a:solidFill>
            </c:spPr>
            <c:extLst>
              <c:ext xmlns:c16="http://schemas.microsoft.com/office/drawing/2014/chart" uri="{C3380CC4-5D6E-409C-BE32-E72D297353CC}">
                <c16:uniqueId val="{00000007-9597-4848-A36E-DD4EF6F3EF81}"/>
              </c:ext>
            </c:extLst>
          </c:dPt>
          <c:dPt>
            <c:idx val="4"/>
            <c:invertIfNegative val="1"/>
            <c:bubble3D val="0"/>
            <c:spPr>
              <a:solidFill>
                <a:srgbClr val="9FB3C8"/>
              </a:solidFill>
            </c:spPr>
            <c:extLst>
              <c:ext xmlns:c16="http://schemas.microsoft.com/office/drawing/2014/chart" uri="{C3380CC4-5D6E-409C-BE32-E72D297353CC}">
                <c16:uniqueId val="{00000009-9597-4848-A36E-DD4EF6F3EF81}"/>
              </c:ext>
            </c:extLst>
          </c:dPt>
          <c:dLbls>
            <c:numFmt formatCode="0.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1">
                    <a:solidFill>
                      <a:srgbClr val="001A41"/>
                    </a:solidFill>
                  </a:defRPr>
                </a:pPr>
                <a:endParaRPr lang="es-CL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LightGBM (modelo)</c:v>
                </c:pt>
                <c:pt idx="1">
                  <c:v>Media móvil 6</c:v>
                </c:pt>
                <c:pt idx="2">
                  <c:v>Media móvil 3</c:v>
                </c:pt>
                <c:pt idx="3">
                  <c:v>Croston-SBA</c:v>
                </c:pt>
                <c:pt idx="4">
                  <c:v>Último mes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73.099999999999994</c:v>
                </c:pt>
                <c:pt idx="1">
                  <c:v>76.099999999999994</c:v>
                </c:pt>
                <c:pt idx="2">
                  <c:v>78.3</c:v>
                </c:pt>
                <c:pt idx="3">
                  <c:v>84.7</c:v>
                </c:pt>
                <c:pt idx="4">
                  <c:v>90.5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9597-4848-A36E-DD4EF6F3EF81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55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numFmt formatCode="General" sourceLinked="0"/>
        <c:majorTickMark val="out"/>
        <c:minorTickMark val="none"/>
        <c:tickLblPos val="nextTo"/>
        <c:spPr>
          <a:ln>
            <a:solidFill>
              <a:srgbClr val="E8EDF1"/>
            </a:solidFill>
          </a:ln>
        </c:spPr>
        <c:txPr>
          <a:bodyPr/>
          <a:lstStyle/>
          <a:p>
            <a:pPr>
              <a:defRPr sz="1000"/>
            </a:pPr>
            <a:endParaRPr lang="es-CL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105"/>
          <c:min val="0"/>
        </c:scaling>
        <c:delete val="1"/>
        <c:axPos val="t"/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000">
          <a:solidFill>
            <a:srgbClr val="39464F"/>
          </a:solidFill>
          <a:latin typeface="Century Gothic"/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c:style val="2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Casos</c:v>
                </c:pt>
              </c:strCache>
            </c:strRef>
          </c:tx>
          <c:dPt>
            <c:idx val="0"/>
            <c:bubble3D val="0"/>
            <c:spPr>
              <a:solidFill>
                <a:srgbClr val="19BDE6"/>
              </a:solidFill>
              <a:ln>
                <a:solidFill>
                  <a:srgbClr val="FFFFFF"/>
                </a:solidFill>
              </a:ln>
            </c:spPr>
            <c:extLst>
              <c:ext xmlns:c16="http://schemas.microsoft.com/office/drawing/2014/chart" uri="{C3380CC4-5D6E-409C-BE32-E72D297353CC}">
                <c16:uniqueId val="{00000001-EC7B-4086-856B-BFA7662CCF0F}"/>
              </c:ext>
            </c:extLst>
          </c:dPt>
          <c:dPt>
            <c:idx val="1"/>
            <c:bubble3D val="0"/>
            <c:spPr>
              <a:solidFill>
                <a:srgbClr val="D93A3A"/>
              </a:solidFill>
              <a:ln>
                <a:solidFill>
                  <a:srgbClr val="FFFFFF"/>
                </a:solidFill>
              </a:ln>
            </c:spPr>
            <c:extLst>
              <c:ext xmlns:c16="http://schemas.microsoft.com/office/drawing/2014/chart" uri="{C3380CC4-5D6E-409C-BE32-E72D297353CC}">
                <c16:uniqueId val="{00000003-EC7B-4086-856B-BFA7662CCF0F}"/>
              </c:ext>
            </c:extLst>
          </c:dPt>
          <c:dPt>
            <c:idx val="2"/>
            <c:bubble3D val="0"/>
            <c:spPr>
              <a:solidFill>
                <a:srgbClr val="F1E519"/>
              </a:solidFill>
              <a:ln>
                <a:solidFill>
                  <a:srgbClr val="FFFFFF"/>
                </a:solidFill>
              </a:ln>
            </c:spPr>
            <c:extLst>
              <c:ext xmlns:c16="http://schemas.microsoft.com/office/drawing/2014/chart" uri="{C3380CC4-5D6E-409C-BE32-E72D297353CC}">
                <c16:uniqueId val="{00000005-EC7B-4086-856B-BFA7662CCF0F}"/>
              </c:ext>
            </c:extLst>
          </c:dPt>
          <c:dPt>
            <c:idx val="3"/>
            <c:bubble3D val="0"/>
            <c:spPr>
              <a:solidFill>
                <a:srgbClr val="E8EDF1"/>
              </a:solidFill>
              <a:ln>
                <a:solidFill>
                  <a:srgbClr val="FFFFFF"/>
                </a:solidFill>
              </a:ln>
            </c:spPr>
            <c:extLst>
              <c:ext xmlns:c16="http://schemas.microsoft.com/office/drawing/2014/chart" uri="{C3380CC4-5D6E-409C-BE32-E72D297353CC}">
                <c16:uniqueId val="{00000007-EC7B-4086-856B-BFA7662CCF0F}"/>
              </c:ext>
            </c:extLst>
          </c:dPt>
          <c:cat>
            <c:strRef>
              <c:f>Sheet1!$A$2:$A$5</c:f>
              <c:strCache>
                <c:ptCount val="4"/>
                <c:pt idx="0">
                  <c:v>OK · 19</c:v>
                </c:pt>
                <c:pt idx="1">
                  <c:v>NOK · 2</c:v>
                </c:pt>
                <c:pt idx="2">
                  <c:v>Bloqueado · 2</c:v>
                </c:pt>
                <c:pt idx="3">
                  <c:v>No ejecutado · 31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19</c:v>
                </c:pt>
                <c:pt idx="1">
                  <c:v>2</c:v>
                </c:pt>
                <c:pt idx="2">
                  <c:v>2</c:v>
                </c:pt>
                <c:pt idx="3">
                  <c:v>31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EC7B-4086-856B-BFA7662CCF0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62"/>
      </c:doughnutChart>
    </c:plotArea>
    <c:legend>
      <c:legendPos val="b"/>
      <c:overlay val="0"/>
      <c:txPr>
        <a:bodyPr/>
        <a:lstStyle/>
        <a:p>
          <a:pPr>
            <a:defRPr sz="1000"/>
          </a:pPr>
          <a:endParaRPr lang="es-CL"/>
        </a:p>
      </c:txPr>
    </c:legend>
    <c:plotVisOnly val="1"/>
    <c:dispBlanksAs val="gap"/>
    <c:showDLblsOverMax val="0"/>
  </c:chart>
  <c:txPr>
    <a:bodyPr/>
    <a:lstStyle/>
    <a:p>
      <a:pPr>
        <a:defRPr sz="1000">
          <a:solidFill>
            <a:srgbClr val="39464F"/>
          </a:solidFill>
          <a:latin typeface="Century Gothic"/>
        </a:defRPr>
      </a:pPr>
      <a:endParaRPr lang="es-CL"/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 b="0" i="0">
                <a:latin typeface="Century Gothic" panose="020B0502020202020204" pitchFamily="34" charset="0"/>
              </a:defRPr>
            </a:lvl1pPr>
          </a:lstStyle>
          <a:p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b="0" i="0">
                <a:latin typeface="Century Gothic" panose="020B0502020202020204" pitchFamily="34" charset="0"/>
              </a:defRPr>
            </a:lvl1pPr>
          </a:lstStyle>
          <a:p>
            <a:fld id="{40BC8C4E-63D3-224C-B4DD-3331B67ACA6D}" type="datetimeFigureOut">
              <a:rPr lang="en-GB" smtClean="0"/>
              <a:pPr/>
              <a:t>26/10/2026</a:t>
            </a:fld>
            <a:endParaRPr lang="en-GB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 b="0" i="0">
                <a:latin typeface="Century Gothic" panose="020B0502020202020204" pitchFamily="34" charset="0"/>
              </a:defRPr>
            </a:lvl1pPr>
          </a:lstStyle>
          <a:p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b="0" i="0">
                <a:latin typeface="Century Gothic" panose="020B0502020202020204" pitchFamily="34" charset="0"/>
              </a:defRPr>
            </a:lvl1pPr>
          </a:lstStyle>
          <a:p>
            <a:fld id="{B31AD35F-9D36-6345-BFAA-A20869AA4F47}" type="slidenum">
              <a:rPr lang="en-GB" smtClean="0"/>
              <a:pPr/>
              <a:t>‹Nº›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7613605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b="0" i="0" kern="1200">
        <a:solidFill>
          <a:schemeClr val="tx1"/>
        </a:solidFill>
        <a:latin typeface="Century Gothic" panose="020B0502020202020204" pitchFamily="34" charset="0"/>
        <a:ea typeface="+mn-ea"/>
        <a:cs typeface="+mn-cs"/>
      </a:defRPr>
    </a:lvl1pPr>
    <a:lvl2pPr marL="457200" algn="l" defTabSz="914400" rtl="0" eaLnBrk="1" latinLnBrk="0" hangingPunct="1">
      <a:defRPr sz="1200" b="0" i="0" kern="1200">
        <a:solidFill>
          <a:schemeClr val="tx1"/>
        </a:solidFill>
        <a:latin typeface="Century Gothic" panose="020B0502020202020204" pitchFamily="34" charset="0"/>
        <a:ea typeface="+mn-ea"/>
        <a:cs typeface="+mn-cs"/>
      </a:defRPr>
    </a:lvl2pPr>
    <a:lvl3pPr marL="914400" algn="l" defTabSz="914400" rtl="0" eaLnBrk="1" latinLnBrk="0" hangingPunct="1">
      <a:defRPr sz="1200" b="0" i="0" kern="1200">
        <a:solidFill>
          <a:schemeClr val="tx1"/>
        </a:solidFill>
        <a:latin typeface="Century Gothic" panose="020B0502020202020204" pitchFamily="34" charset="0"/>
        <a:ea typeface="+mn-ea"/>
        <a:cs typeface="+mn-cs"/>
      </a:defRPr>
    </a:lvl3pPr>
    <a:lvl4pPr marL="1371600" algn="l" defTabSz="914400" rtl="0" eaLnBrk="1" latinLnBrk="0" hangingPunct="1">
      <a:defRPr sz="1200" b="0" i="0" kern="1200">
        <a:solidFill>
          <a:schemeClr val="tx1"/>
        </a:solidFill>
        <a:latin typeface="Century Gothic" panose="020B0502020202020204" pitchFamily="34" charset="0"/>
        <a:ea typeface="+mn-ea"/>
        <a:cs typeface="+mn-cs"/>
      </a:defRPr>
    </a:lvl4pPr>
    <a:lvl5pPr marL="1828800" algn="l" defTabSz="914400" rtl="0" eaLnBrk="1" latinLnBrk="0" hangingPunct="1">
      <a:defRPr sz="1200" b="0" i="0" kern="1200">
        <a:solidFill>
          <a:schemeClr val="tx1"/>
        </a:solidFill>
        <a:latin typeface="Century Gothic" panose="020B0502020202020204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Presentamos el avance de la Fase 2. En la Fase 1 definimos el problema y la solución; hoy mostramos el producto casi terminado, cómo validamos el modelo con datos reales, la metodología que elegimos y por qué, una retrospectiva de los problemas que tuvimos y cómo los resolvimos, y cerramos con la demo completa en video.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Seis bloques. Partimos recordando el problema, luego la metodología y su justificación, el diseño de la solución, el avance del producto con los resultados del modelo, el plan de pruebas y, al final, la retrospectiva, las conclusiones y la demo.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Primer bloque: recordamos el problema, cómo avanzaron los objetivos, el alcance y el proceso de negocio.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El </a:t>
            </a:r>
            <a:r>
              <a:rPr dirty="0" err="1"/>
              <a:t>problema</a:t>
            </a:r>
            <a:r>
              <a:rPr dirty="0"/>
              <a:t> no </a:t>
            </a:r>
            <a:r>
              <a:rPr dirty="0" err="1"/>
              <a:t>cambió</a:t>
            </a:r>
            <a:r>
              <a:rPr dirty="0"/>
              <a:t>: Chile </a:t>
            </a:r>
            <a:r>
              <a:rPr dirty="0" err="1"/>
              <a:t>cerró</a:t>
            </a:r>
            <a:r>
              <a:rPr dirty="0"/>
              <a:t> el </a:t>
            </a:r>
            <a:r>
              <a:rPr dirty="0" err="1"/>
              <a:t>semestre</a:t>
            </a:r>
            <a:r>
              <a:rPr dirty="0"/>
              <a:t> </a:t>
            </a:r>
            <a:r>
              <a:rPr dirty="0" err="1"/>
              <a:t>en</a:t>
            </a:r>
            <a:r>
              <a:rPr dirty="0"/>
              <a:t> 88% de fill rate y la meta es 90% </a:t>
            </a:r>
            <a:r>
              <a:rPr dirty="0" err="1"/>
              <a:t>en</a:t>
            </a:r>
            <a:r>
              <a:rPr dirty="0"/>
              <a:t> </a:t>
            </a:r>
            <a:r>
              <a:rPr dirty="0" err="1"/>
              <a:t>diciembre</a:t>
            </a:r>
            <a:r>
              <a:rPr dirty="0"/>
              <a:t>. La causa es de </a:t>
            </a:r>
            <a:r>
              <a:rPr dirty="0" err="1"/>
              <a:t>escala</a:t>
            </a:r>
            <a:r>
              <a:rPr dirty="0"/>
              <a:t>: solo el 2,8% del </a:t>
            </a:r>
            <a:r>
              <a:rPr dirty="0" err="1"/>
              <a:t>catálogo</a:t>
            </a:r>
            <a:r>
              <a:rPr dirty="0"/>
              <a:t> </a:t>
            </a:r>
            <a:r>
              <a:rPr dirty="0" err="1"/>
              <a:t>recibe</a:t>
            </a:r>
            <a:r>
              <a:rPr dirty="0"/>
              <a:t> </a:t>
            </a:r>
            <a:r>
              <a:rPr dirty="0" err="1"/>
              <a:t>revisión</a:t>
            </a:r>
            <a:r>
              <a:rPr dirty="0"/>
              <a:t> humana, el error </a:t>
            </a:r>
            <a:r>
              <a:rPr dirty="0" err="1"/>
              <a:t>ronda</a:t>
            </a:r>
            <a:r>
              <a:rPr dirty="0"/>
              <a:t> el 50% y </a:t>
            </a:r>
            <a:r>
              <a:rPr dirty="0" err="1"/>
              <a:t>los</a:t>
            </a:r>
            <a:r>
              <a:rPr dirty="0"/>
              <a:t> </a:t>
            </a:r>
            <a:r>
              <a:rPr dirty="0" err="1"/>
              <a:t>códigos</a:t>
            </a:r>
            <a:r>
              <a:rPr dirty="0"/>
              <a:t> </a:t>
            </a:r>
            <a:r>
              <a:rPr dirty="0" err="1"/>
              <a:t>nuevos</a:t>
            </a:r>
            <a:r>
              <a:rPr dirty="0"/>
              <a:t> no </a:t>
            </a:r>
            <a:r>
              <a:rPr dirty="0" err="1"/>
              <a:t>tienen</a:t>
            </a:r>
            <a:r>
              <a:rPr dirty="0"/>
              <a:t> </a:t>
            </a:r>
            <a:r>
              <a:rPr dirty="0" err="1"/>
              <a:t>historia</a:t>
            </a:r>
            <a:r>
              <a:rPr dirty="0"/>
              <a:t>. La </a:t>
            </a:r>
            <a:r>
              <a:rPr dirty="0" err="1"/>
              <a:t>solución</a:t>
            </a:r>
            <a:r>
              <a:rPr dirty="0"/>
              <a:t> son </a:t>
            </a:r>
            <a:r>
              <a:rPr dirty="0" err="1"/>
              <a:t>tres</a:t>
            </a:r>
            <a:r>
              <a:rPr dirty="0"/>
              <a:t> </a:t>
            </a:r>
            <a:r>
              <a:rPr dirty="0" err="1"/>
              <a:t>componentes</a:t>
            </a:r>
            <a:r>
              <a:rPr dirty="0"/>
              <a:t> </a:t>
            </a:r>
            <a:r>
              <a:rPr dirty="0" err="1"/>
              <a:t>construidos</a:t>
            </a:r>
            <a:r>
              <a:rPr dirty="0"/>
              <a:t> </a:t>
            </a:r>
            <a:r>
              <a:rPr dirty="0" err="1"/>
              <a:t>en</a:t>
            </a:r>
            <a:r>
              <a:rPr dirty="0"/>
              <a:t> </a:t>
            </a:r>
            <a:r>
              <a:rPr dirty="0" err="1"/>
              <a:t>orden</a:t>
            </a:r>
            <a:r>
              <a:rPr dirty="0"/>
              <a:t>: pipeline, </a:t>
            </a:r>
            <a:r>
              <a:rPr dirty="0" err="1"/>
              <a:t>modelos</a:t>
            </a:r>
            <a:r>
              <a:rPr dirty="0"/>
              <a:t> y </a:t>
            </a:r>
            <a:r>
              <a:rPr dirty="0" err="1"/>
              <a:t>aplicación</a:t>
            </a:r>
            <a:r>
              <a:rPr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De </a:t>
            </a:r>
            <a:r>
              <a:rPr dirty="0" err="1"/>
              <a:t>los</a:t>
            </a:r>
            <a:r>
              <a:rPr dirty="0"/>
              <a:t> seis </a:t>
            </a:r>
            <a:r>
              <a:rPr dirty="0" err="1"/>
              <a:t>objetivos</a:t>
            </a:r>
            <a:r>
              <a:rPr dirty="0"/>
              <a:t> </a:t>
            </a:r>
            <a:r>
              <a:rPr dirty="0" err="1"/>
              <a:t>específicos</a:t>
            </a:r>
            <a:r>
              <a:rPr dirty="0"/>
              <a:t>, cuatro </a:t>
            </a:r>
            <a:r>
              <a:rPr dirty="0" err="1"/>
              <a:t>están</a:t>
            </a:r>
            <a:r>
              <a:rPr dirty="0"/>
              <a:t> </a:t>
            </a:r>
            <a:r>
              <a:rPr dirty="0" err="1"/>
              <a:t>logrados</a:t>
            </a:r>
            <a:r>
              <a:rPr dirty="0"/>
              <a:t> y dos </a:t>
            </a:r>
            <a:r>
              <a:rPr dirty="0" err="1"/>
              <a:t>en</a:t>
            </a:r>
            <a:r>
              <a:rPr dirty="0"/>
              <a:t> </a:t>
            </a:r>
            <a:r>
              <a:rPr dirty="0" err="1"/>
              <a:t>curso</a:t>
            </a:r>
            <a:r>
              <a:rPr dirty="0"/>
              <a:t>. Lo </a:t>
            </a:r>
            <a:r>
              <a:rPr dirty="0" err="1"/>
              <a:t>pendiente</a:t>
            </a:r>
            <a:r>
              <a:rPr dirty="0"/>
              <a:t> es </a:t>
            </a:r>
            <a:r>
              <a:rPr dirty="0" err="1"/>
              <a:t>concreto</a:t>
            </a:r>
            <a:r>
              <a:rPr dirty="0"/>
              <a:t>: </a:t>
            </a:r>
            <a:r>
              <a:rPr dirty="0" err="1"/>
              <a:t>incorporar</a:t>
            </a:r>
            <a:r>
              <a:rPr dirty="0"/>
              <a:t> el </a:t>
            </a:r>
            <a:r>
              <a:rPr dirty="0" err="1"/>
              <a:t>parque</a:t>
            </a:r>
            <a:r>
              <a:rPr dirty="0"/>
              <a:t> vehicular para </a:t>
            </a:r>
            <a:r>
              <a:rPr dirty="0" err="1"/>
              <a:t>los</a:t>
            </a:r>
            <a:r>
              <a:rPr dirty="0"/>
              <a:t> </a:t>
            </a:r>
            <a:r>
              <a:rPr dirty="0" err="1"/>
              <a:t>códigos</a:t>
            </a:r>
            <a:r>
              <a:rPr dirty="0"/>
              <a:t> sin </a:t>
            </a:r>
            <a:r>
              <a:rPr dirty="0" err="1"/>
              <a:t>historia</a:t>
            </a:r>
            <a:r>
              <a:rPr dirty="0"/>
              <a:t>, y </a:t>
            </a:r>
            <a:r>
              <a:rPr dirty="0" err="1"/>
              <a:t>terminar</a:t>
            </a:r>
            <a:r>
              <a:rPr dirty="0"/>
              <a:t> el </a:t>
            </a:r>
            <a:r>
              <a:rPr dirty="0" err="1"/>
              <a:t>despliegue</a:t>
            </a:r>
            <a:r>
              <a:rPr dirty="0"/>
              <a:t> con </a:t>
            </a:r>
            <a:r>
              <a:rPr dirty="0" err="1"/>
              <a:t>inicio</a:t>
            </a:r>
            <a:r>
              <a:rPr dirty="0"/>
              <a:t> de </a:t>
            </a:r>
            <a:r>
              <a:rPr dirty="0" err="1"/>
              <a:t>sesión</a:t>
            </a:r>
            <a:r>
              <a:rPr dirty="0"/>
              <a:t>. Los </a:t>
            </a:r>
            <a:r>
              <a:rPr dirty="0" err="1"/>
              <a:t>umbrales</a:t>
            </a:r>
            <a:r>
              <a:rPr dirty="0"/>
              <a:t> de error </a:t>
            </a:r>
            <a:r>
              <a:rPr dirty="0" err="1"/>
              <a:t>por</a:t>
            </a:r>
            <a:r>
              <a:rPr dirty="0"/>
              <a:t> </a:t>
            </a:r>
            <a:r>
              <a:rPr dirty="0" err="1"/>
              <a:t>segmento</a:t>
            </a:r>
            <a:r>
              <a:rPr dirty="0"/>
              <a:t> </a:t>
            </a:r>
            <a:r>
              <a:rPr dirty="0" err="1"/>
              <a:t>están</a:t>
            </a:r>
            <a:r>
              <a:rPr dirty="0"/>
              <a:t> </a:t>
            </a:r>
            <a:r>
              <a:rPr dirty="0" err="1"/>
              <a:t>definidos</a:t>
            </a:r>
            <a:r>
              <a:rPr dirty="0"/>
              <a:t> de forma </a:t>
            </a:r>
            <a:r>
              <a:rPr dirty="0" err="1"/>
              <a:t>provisoria</a:t>
            </a:r>
            <a:r>
              <a:rPr dirty="0"/>
              <a:t> y </a:t>
            </a:r>
            <a:r>
              <a:rPr dirty="0" err="1"/>
              <a:t>falta</a:t>
            </a:r>
            <a:r>
              <a:rPr dirty="0"/>
              <a:t> </a:t>
            </a:r>
            <a:r>
              <a:rPr dirty="0" err="1"/>
              <a:t>acordarlos</a:t>
            </a:r>
            <a:r>
              <a:rPr dirty="0"/>
              <a:t> con la </a:t>
            </a:r>
            <a:r>
              <a:rPr dirty="0" err="1"/>
              <a:t>contraparte</a:t>
            </a:r>
            <a:r>
              <a:rPr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El alcance quedó acotado a la venta mensual de las seis marcas Mainstream. Fuera, por ahora, queda la información externa para códigos nuevos y la integración automática con SAP. Abajo están los cinco puntos que el profesor nos pidió validar con el cliente para cerrar el alcance; esa reunión es nuestro próximo hito.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El diagrama muestra el proceso con el sistema: el planificador descarga las fuentes, las carga en la aplicación, que valida y proyecta; la jefatura aprueba el plan y el comprador emite el pedido en SAP. El sistema interviene en dos puntos: valida los datos y proyecta la demanda. La decisión de compra sigue siendo humana, pero ahora informada y medible.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Comparamos cuatro caminos. El forecast vigente cubre todo pero sin revisión y con el error conocido tarde; el ajuste manual no escala; un software comercial resuelve parte, con licencias y adaptación. Nuestra aplicación cubre el catálogo con las reglas del negocio y mide su error. En códigos nuevos somos honestos: con datos reales necesitamos el parque vehicular.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Segundo bloque: la metodología, que el profesor nos pidió justificar.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Gestionamos el proyecto en cascada: requerimientos, diseño, construcción, pruebas y despliegue, cada etapa con su entregable. Dentro de la construcción, el modelo sigue CRISP-DM, que es iterativo: por ejemplo, al evaluar vimos que 18 meses no alcanzaban para estimar la estacionalidad, volvimos a preparar los datos con 68 meses y repetimos la evaluación.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Redactamos 15 historias de usuario en la fase de requerimientos, ordenadas según el viaje mensual del planificador. Cada una tiene criterios de aceptación con el formato Dado, Cuando, Entonces, y está trazada a requerimientos y casos de prueba. En cascada no se usan para planificar sprints: complementan la especificación y se aprueban con la línea base.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Tercer bloque: el diseño técnico de la solución.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Cuatro capas. Las fuentes de SAP y del S&amp;OP entran al pipeline, que valida con 15 reglas, resuelve la cadena de reemplazo y construye el feature store. Todo queda en PostgreSQL, en cuatro esquemas. Los modelos compiten por segmento, pasan un backtesting con cinco criterios y solo la versión validada llega a la aplicación. Todo se despliega con Docker Compose.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Todo el stack es de código abierto. Python y pandas para los datos; scikit-learn en la aplicación y LightGBM en la validación con datos reales; Streamlit para que el negocio use la herramienta desde el navegador; PostgreSQL para la integridad y la trazabilidad; Docker para levantar el mismo ambiente en cualquier equipo; y pytest, GitHub y Jira para la calidad y la gestión.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El modelo de datos tiene cuatro esquemas. Core es el modelo dimensional: seis tablas de hechos con sus dimensiones. Ml guarda las variables, los modelos, las predicciones y las métricas de error. Ops guarda la trazabilidad de cada carga y validación. Son 23 tablas y 37 claves foráneas.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Cuarto bloque: el producto y los resultados.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El producto está en 77,6% de avance ponderado: 25 de los 38 requerimientos implementados, 9 parciales y 4 pendientes. El gráfico muestra dónde está lo que falta: la seguridad de acceso, que es lo más grande, y ajustes en proyección, plan de compra y monitoreo. Los seis módulos funcionan y el catálogo completo de la demo tiene proyección.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Estos son los seis módulos funcionando. La carga valida y deja registro; la proyección cubre todo el catálogo y se filtra en el lenguaje del negocio; el monitoreo mide el error por segmento; la simulación muestra el efecto del nivel de servicio; el plan de compra sale priorizado; y la gestión de modelos solo publica versiones validadas. Al final lo vemos en la demo.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Esta es la respuesta a la pregunta del profesor sobre cómo aseguramos que el modelo no use los datos a predecir: los meses se borran antes de analizar, se pronostica, se guarda con huella digital y recién después se compara. En esa prueba ciega, LightGBM obtiene 73,1% de WMAPE contra 76,1% de la mejor referencia, y la ventaja crece a 3 meses, que es el horizonte en que se compra la importación. El modelo tiene algo más de sesgo, pero dentro del tope de 10%.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Quinto bloque: el plan de pruebas.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Los 38 requerimientos están trazados a 54 casos de prueba. Ejecutamos 23: 19 OK, 2 NOK y 2 bloqueados porque dependen de algo externo, como el reporte de fill rate de SAP. Además hay 86 pruebas automatizadas que pasan todas. Y documentamos la evidencia de 23 requerimientos con capturas, pasos y resultados.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Las pruebas también encontraron errores, que es para lo que sirven. El plan de compra no ordena primero por menor cobertura, como dice el criterio, porque prioriza la criticidad; hay que acordar cuál de los dos manda. Y la tabla de la simulación muestra 1% en vez de 90, 95, 97 y 99%, un error de formato. Abajo están los demás hallazgos, ya registrados.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Sexto bloque: la retrospectiva que pidió el profesor.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Cuatro conclusiones. El producto está casi terminado y el ciclo mensual funciona. El modelo se validó con datos reales en una prueba ciega. Conocemos sus límites y los mostramos con evidencia. Y lo que falta está identificado. Cerramos con la demo.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sv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10.jp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[Photographic]">
    <p:bg>
      <p:bgPr>
        <a:solidFill>
          <a:srgbClr val="001A4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icture Placeholder 12">
            <a:extLst>
              <a:ext uri="{FF2B5EF4-FFF2-40B4-BE49-F238E27FC236}">
                <a16:creationId xmlns:a16="http://schemas.microsoft.com/office/drawing/2014/main" id="{F0DFFB94-3728-5540-88D9-C5D1B890ABEE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0" y="0"/>
            <a:ext cx="12193200" cy="6858000"/>
          </a:xfrm>
        </p:spPr>
        <p:txBody>
          <a:bodyPr lIns="180000" tIns="180000" rIns="180000" bIns="180000" anchor="b" anchorCtr="0"/>
          <a:lstStyle>
            <a:lvl1pPr marL="0" indent="0" algn="ctr">
              <a:buNone/>
              <a:defRPr sz="1400" i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GB" dirty="0"/>
              <a:t>Click on icon in centre of placeholder &gt; navigate to image you want to use</a:t>
            </a:r>
            <a:br>
              <a:rPr lang="en-GB" dirty="0"/>
            </a:br>
            <a:br>
              <a:rPr lang="en-GB" dirty="0"/>
            </a:br>
            <a:r>
              <a:rPr lang="en-GB" dirty="0"/>
              <a:t>or copy an image to your clipboard &gt; click on placeholder box &gt; paste</a:t>
            </a:r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C1AE51FD-9722-0E42-9065-BCA1E907795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9999" y="4680000"/>
            <a:ext cx="6228000" cy="360000"/>
          </a:xfrm>
        </p:spPr>
        <p:txBody>
          <a:bodyPr wrap="square">
            <a:noAutofit/>
          </a:bodyPr>
          <a:lstStyle>
            <a:lvl1pPr marL="0" indent="0">
              <a:buNone/>
              <a:defRPr sz="2400" b="0" i="0">
                <a:solidFill>
                  <a:schemeClr val="bg1"/>
                </a:solidFill>
                <a:latin typeface="+mn-lt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 dirty="0"/>
              <a:t>Click to edit Master text styles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26B9860-E63C-4617-AD73-46EE3B25056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720000" y="2050828"/>
            <a:ext cx="6228000" cy="2322000"/>
          </a:xfrm>
        </p:spPr>
        <p:txBody>
          <a:bodyPr/>
          <a:lstStyle>
            <a:lvl1pPr marL="0" indent="0">
              <a:lnSpc>
                <a:spcPct val="74000"/>
              </a:lnSpc>
              <a:buNone/>
              <a:defRPr sz="6600" b="1" i="0" cap="all" spc="-160" baseline="0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04428E97-84E4-E11E-35D7-57CAED07F9A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616962" y="697083"/>
            <a:ext cx="1825714" cy="359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17714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[Illustration 2]">
    <p:bg>
      <p:bgPr>
        <a:solidFill>
          <a:srgbClr val="001A4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C1AE51FD-9722-0E42-9065-BCA1E907795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9999" y="4680000"/>
            <a:ext cx="6228000" cy="360000"/>
          </a:xfrm>
        </p:spPr>
        <p:txBody>
          <a:bodyPr wrap="square">
            <a:noAutofit/>
          </a:bodyPr>
          <a:lstStyle>
            <a:lvl1pPr marL="0" indent="0">
              <a:buNone/>
              <a:defRPr sz="2400" b="0" i="0">
                <a:solidFill>
                  <a:schemeClr val="bg1"/>
                </a:solidFill>
                <a:latin typeface="+mn-lt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 dirty="0"/>
              <a:t>Click to edit Master text styles</a:t>
            </a:r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784E259E-4EF9-0841-80A0-E3CEA5CDF67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720000" y="2050828"/>
            <a:ext cx="6228000" cy="2322000"/>
          </a:xfrm>
        </p:spPr>
        <p:txBody>
          <a:bodyPr/>
          <a:lstStyle>
            <a:lvl1pPr marL="0" indent="0">
              <a:lnSpc>
                <a:spcPct val="74000"/>
              </a:lnSpc>
              <a:buNone/>
              <a:defRPr sz="6600" b="1" i="0" cap="all" spc="-160" baseline="0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C41607C9-7FF4-2702-BD61-B62CCFACB4E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616962" y="697083"/>
            <a:ext cx="1825714" cy="359999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DC95E962-5D09-26B0-46E7-6DA33A91EA1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-309" t="1679" r="51109"/>
          <a:stretch/>
        </p:blipFill>
        <p:spPr>
          <a:xfrm>
            <a:off x="7591746" y="2702561"/>
            <a:ext cx="4600254" cy="3570938"/>
          </a:xfrm>
          <a:prstGeom prst="rect">
            <a:avLst/>
          </a:prstGeom>
        </p:spPr>
      </p:pic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6724CD6B-FA58-688F-73DB-880D5AD9751C}"/>
              </a:ext>
            </a:extLst>
          </p:cNvPr>
          <p:cNvCxnSpPr>
            <a:cxnSpLocks/>
          </p:cNvCxnSpPr>
          <p:nvPr userDrawn="1"/>
        </p:nvCxnSpPr>
        <p:spPr>
          <a:xfrm>
            <a:off x="7993064" y="6260800"/>
            <a:ext cx="4198936" cy="0"/>
          </a:xfrm>
          <a:prstGeom prst="line">
            <a:avLst/>
          </a:prstGeom>
          <a:ln w="25400">
            <a:solidFill>
              <a:schemeClr val="accent2"/>
            </a:solidFill>
            <a:headEnd type="none" w="sm" len="sm"/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949340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 [Illustration 2]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C1AE51FD-9722-0E42-9065-BCA1E907795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9999" y="4680000"/>
            <a:ext cx="6228000" cy="360000"/>
          </a:xfrm>
        </p:spPr>
        <p:txBody>
          <a:bodyPr wrap="square">
            <a:noAutofit/>
          </a:bodyPr>
          <a:lstStyle>
            <a:lvl1pPr marL="0" indent="0">
              <a:buNone/>
              <a:defRPr sz="2400" b="0" i="0">
                <a:solidFill>
                  <a:srgbClr val="001A41"/>
                </a:solidFill>
                <a:latin typeface="+mn-lt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 dirty="0"/>
              <a:t>Click to edit Master text styles</a:t>
            </a:r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784E259E-4EF9-0841-80A0-E3CEA5CDF67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720000" y="2050828"/>
            <a:ext cx="6228000" cy="2322000"/>
          </a:xfrm>
        </p:spPr>
        <p:txBody>
          <a:bodyPr/>
          <a:lstStyle>
            <a:lvl1pPr marL="0" indent="0">
              <a:lnSpc>
                <a:spcPct val="74000"/>
              </a:lnSpc>
              <a:buNone/>
              <a:defRPr sz="6600" b="1" i="0" cap="all" spc="-160" baseline="0">
                <a:solidFill>
                  <a:srgbClr val="001A41"/>
                </a:solidFill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6724CD6B-FA58-688F-73DB-880D5AD9751C}"/>
              </a:ext>
            </a:extLst>
          </p:cNvPr>
          <p:cNvCxnSpPr>
            <a:cxnSpLocks/>
          </p:cNvCxnSpPr>
          <p:nvPr userDrawn="1"/>
        </p:nvCxnSpPr>
        <p:spPr>
          <a:xfrm>
            <a:off x="7993064" y="6260800"/>
            <a:ext cx="4198936" cy="0"/>
          </a:xfrm>
          <a:prstGeom prst="line">
            <a:avLst/>
          </a:prstGeom>
          <a:ln w="25400">
            <a:solidFill>
              <a:schemeClr val="bg1"/>
            </a:solidFill>
            <a:headEnd type="none" w="sm" len="sm"/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Picture 7">
            <a:extLst>
              <a:ext uri="{FF2B5EF4-FFF2-40B4-BE49-F238E27FC236}">
                <a16:creationId xmlns:a16="http://schemas.microsoft.com/office/drawing/2014/main" id="{CB561725-928A-B128-30AE-9D7126A3981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-332" t="-17291" r="54490"/>
          <a:stretch/>
        </p:blipFill>
        <p:spPr>
          <a:xfrm>
            <a:off x="7591746" y="2702561"/>
            <a:ext cx="4600254" cy="3570938"/>
          </a:xfrm>
          <a:prstGeom prst="rect">
            <a:avLst/>
          </a:prstGeom>
        </p:spPr>
      </p:pic>
      <p:grpSp>
        <p:nvGrpSpPr>
          <p:cNvPr id="2" name="Graphic 2">
            <a:extLst>
              <a:ext uri="{FF2B5EF4-FFF2-40B4-BE49-F238E27FC236}">
                <a16:creationId xmlns:a16="http://schemas.microsoft.com/office/drawing/2014/main" id="{2E01274E-258B-E48E-9FBF-97999C8DE755}"/>
              </a:ext>
            </a:extLst>
          </p:cNvPr>
          <p:cNvGrpSpPr/>
          <p:nvPr userDrawn="1"/>
        </p:nvGrpSpPr>
        <p:grpSpPr>
          <a:xfrm>
            <a:off x="728819" y="720451"/>
            <a:ext cx="1613571" cy="311367"/>
            <a:chOff x="728819" y="720451"/>
            <a:chExt cx="1613571" cy="311367"/>
          </a:xfrm>
        </p:grpSpPr>
        <p:sp>
          <p:nvSpPr>
            <p:cNvPr id="3" name="Freeform 2">
              <a:extLst>
                <a:ext uri="{FF2B5EF4-FFF2-40B4-BE49-F238E27FC236}">
                  <a16:creationId xmlns:a16="http://schemas.microsoft.com/office/drawing/2014/main" id="{0D62CA79-3AF0-92AE-9AAC-609EAE165B00}"/>
                </a:ext>
              </a:extLst>
            </p:cNvPr>
            <p:cNvSpPr/>
            <p:nvPr/>
          </p:nvSpPr>
          <p:spPr>
            <a:xfrm>
              <a:off x="1101676" y="764661"/>
              <a:ext cx="1240714" cy="267157"/>
            </a:xfrm>
            <a:custGeom>
              <a:avLst/>
              <a:gdLst>
                <a:gd name="connsiteX0" fmla="*/ 200571 w 1240714"/>
                <a:gd name="connsiteY0" fmla="*/ 121263 h 267157"/>
                <a:gd name="connsiteX1" fmla="*/ 200571 w 1240714"/>
                <a:gd name="connsiteY1" fmla="*/ 214105 h 267157"/>
                <a:gd name="connsiteX2" fmla="*/ 162000 w 1240714"/>
                <a:gd name="connsiteY2" fmla="*/ 214105 h 267157"/>
                <a:gd name="connsiteX3" fmla="*/ 162000 w 1240714"/>
                <a:gd name="connsiteY3" fmla="*/ 135158 h 267157"/>
                <a:gd name="connsiteX4" fmla="*/ 129857 w 1240714"/>
                <a:gd name="connsiteY4" fmla="*/ 85894 h 267157"/>
                <a:gd name="connsiteX5" fmla="*/ 96429 w 1240714"/>
                <a:gd name="connsiteY5" fmla="*/ 128210 h 267157"/>
                <a:gd name="connsiteX6" fmla="*/ 96429 w 1240714"/>
                <a:gd name="connsiteY6" fmla="*/ 214105 h 267157"/>
                <a:gd name="connsiteX7" fmla="*/ 57857 w 1240714"/>
                <a:gd name="connsiteY7" fmla="*/ 214105 h 267157"/>
                <a:gd name="connsiteX8" fmla="*/ 57857 w 1240714"/>
                <a:gd name="connsiteY8" fmla="*/ 56842 h 267157"/>
                <a:gd name="connsiteX9" fmla="*/ 93857 w 1240714"/>
                <a:gd name="connsiteY9" fmla="*/ 56842 h 267157"/>
                <a:gd name="connsiteX10" fmla="*/ 93857 w 1240714"/>
                <a:gd name="connsiteY10" fmla="*/ 70737 h 267157"/>
                <a:gd name="connsiteX11" fmla="*/ 138214 w 1240714"/>
                <a:gd name="connsiteY11" fmla="*/ 51789 h 267157"/>
                <a:gd name="connsiteX12" fmla="*/ 200571 w 1240714"/>
                <a:gd name="connsiteY12" fmla="*/ 121263 h 267157"/>
                <a:gd name="connsiteX13" fmla="*/ 1286 w 1240714"/>
                <a:gd name="connsiteY13" fmla="*/ 56842 h 267157"/>
                <a:gd name="connsiteX14" fmla="*/ 40500 w 1240714"/>
                <a:gd name="connsiteY14" fmla="*/ 56842 h 267157"/>
                <a:gd name="connsiteX15" fmla="*/ 40500 w 1240714"/>
                <a:gd name="connsiteY15" fmla="*/ 214105 h 267157"/>
                <a:gd name="connsiteX16" fmla="*/ 1286 w 1240714"/>
                <a:gd name="connsiteY16" fmla="*/ 214105 h 267157"/>
                <a:gd name="connsiteX17" fmla="*/ 1286 w 1240714"/>
                <a:gd name="connsiteY17" fmla="*/ 56842 h 267157"/>
                <a:gd name="connsiteX18" fmla="*/ 247500 w 1240714"/>
                <a:gd name="connsiteY18" fmla="*/ 135789 h 267157"/>
                <a:gd name="connsiteX19" fmla="*/ 295714 w 1240714"/>
                <a:gd name="connsiteY19" fmla="*/ 185052 h 267157"/>
                <a:gd name="connsiteX20" fmla="*/ 331071 w 1240714"/>
                <a:gd name="connsiteY20" fmla="*/ 163578 h 267157"/>
                <a:gd name="connsiteX21" fmla="*/ 374143 w 1240714"/>
                <a:gd name="connsiteY21" fmla="*/ 163578 h 267157"/>
                <a:gd name="connsiteX22" fmla="*/ 293786 w 1240714"/>
                <a:gd name="connsiteY22" fmla="*/ 219789 h 267157"/>
                <a:gd name="connsiteX23" fmla="*/ 208929 w 1240714"/>
                <a:gd name="connsiteY23" fmla="*/ 135158 h 267157"/>
                <a:gd name="connsiteX24" fmla="*/ 293786 w 1240714"/>
                <a:gd name="connsiteY24" fmla="*/ 51789 h 267157"/>
                <a:gd name="connsiteX25" fmla="*/ 374143 w 1240714"/>
                <a:gd name="connsiteY25" fmla="*/ 109263 h 267157"/>
                <a:gd name="connsiteX26" fmla="*/ 331071 w 1240714"/>
                <a:gd name="connsiteY26" fmla="*/ 109263 h 267157"/>
                <a:gd name="connsiteX27" fmla="*/ 293786 w 1240714"/>
                <a:gd name="connsiteY27" fmla="*/ 86526 h 267157"/>
                <a:gd name="connsiteX28" fmla="*/ 247500 w 1240714"/>
                <a:gd name="connsiteY28" fmla="*/ 135789 h 267157"/>
                <a:gd name="connsiteX29" fmla="*/ 43714 w 1240714"/>
                <a:gd name="connsiteY29" fmla="*/ 21474 h 267157"/>
                <a:gd name="connsiteX30" fmla="*/ 21857 w 1240714"/>
                <a:gd name="connsiteY30" fmla="*/ 42947 h 267157"/>
                <a:gd name="connsiteX31" fmla="*/ 0 w 1240714"/>
                <a:gd name="connsiteY31" fmla="*/ 21474 h 267157"/>
                <a:gd name="connsiteX32" fmla="*/ 21857 w 1240714"/>
                <a:gd name="connsiteY32" fmla="*/ 0 h 267157"/>
                <a:gd name="connsiteX33" fmla="*/ 43714 w 1240714"/>
                <a:gd name="connsiteY33" fmla="*/ 21474 h 267157"/>
                <a:gd name="connsiteX34" fmla="*/ 984857 w 1240714"/>
                <a:gd name="connsiteY34" fmla="*/ 51789 h 267157"/>
                <a:gd name="connsiteX35" fmla="*/ 933428 w 1240714"/>
                <a:gd name="connsiteY35" fmla="*/ 70105 h 267157"/>
                <a:gd name="connsiteX36" fmla="*/ 933428 w 1240714"/>
                <a:gd name="connsiteY36" fmla="*/ 57474 h 267157"/>
                <a:gd name="connsiteX37" fmla="*/ 894214 w 1240714"/>
                <a:gd name="connsiteY37" fmla="*/ 57474 h 267157"/>
                <a:gd name="connsiteX38" fmla="*/ 894214 w 1240714"/>
                <a:gd name="connsiteY38" fmla="*/ 267157 h 267157"/>
                <a:gd name="connsiteX39" fmla="*/ 933428 w 1240714"/>
                <a:gd name="connsiteY39" fmla="*/ 267157 h 267157"/>
                <a:gd name="connsiteX40" fmla="*/ 933428 w 1240714"/>
                <a:gd name="connsiteY40" fmla="*/ 201473 h 267157"/>
                <a:gd name="connsiteX41" fmla="*/ 984857 w 1240714"/>
                <a:gd name="connsiteY41" fmla="*/ 219157 h 267157"/>
                <a:gd name="connsiteX42" fmla="*/ 1067786 w 1240714"/>
                <a:gd name="connsiteY42" fmla="*/ 135789 h 267157"/>
                <a:gd name="connsiteX43" fmla="*/ 984857 w 1240714"/>
                <a:gd name="connsiteY43" fmla="*/ 51789 h 267157"/>
                <a:gd name="connsiteX44" fmla="*/ 980357 w 1240714"/>
                <a:gd name="connsiteY44" fmla="*/ 185052 h 267157"/>
                <a:gd name="connsiteX45" fmla="*/ 931500 w 1240714"/>
                <a:gd name="connsiteY45" fmla="*/ 136421 h 267157"/>
                <a:gd name="connsiteX46" fmla="*/ 981000 w 1240714"/>
                <a:gd name="connsiteY46" fmla="*/ 86526 h 267157"/>
                <a:gd name="connsiteX47" fmla="*/ 1030500 w 1240714"/>
                <a:gd name="connsiteY47" fmla="*/ 135789 h 267157"/>
                <a:gd name="connsiteX48" fmla="*/ 980357 w 1240714"/>
                <a:gd name="connsiteY48" fmla="*/ 185052 h 267157"/>
                <a:gd name="connsiteX49" fmla="*/ 841500 w 1240714"/>
                <a:gd name="connsiteY49" fmla="*/ 70105 h 267157"/>
                <a:gd name="connsiteX50" fmla="*/ 790071 w 1240714"/>
                <a:gd name="connsiteY50" fmla="*/ 51789 h 267157"/>
                <a:gd name="connsiteX51" fmla="*/ 707143 w 1240714"/>
                <a:gd name="connsiteY51" fmla="*/ 135789 h 267157"/>
                <a:gd name="connsiteX52" fmla="*/ 790071 w 1240714"/>
                <a:gd name="connsiteY52" fmla="*/ 219157 h 267157"/>
                <a:gd name="connsiteX53" fmla="*/ 841500 w 1240714"/>
                <a:gd name="connsiteY53" fmla="*/ 201473 h 267157"/>
                <a:gd name="connsiteX54" fmla="*/ 841500 w 1240714"/>
                <a:gd name="connsiteY54" fmla="*/ 214105 h 267157"/>
                <a:gd name="connsiteX55" fmla="*/ 880714 w 1240714"/>
                <a:gd name="connsiteY55" fmla="*/ 214105 h 267157"/>
                <a:gd name="connsiteX56" fmla="*/ 880714 w 1240714"/>
                <a:gd name="connsiteY56" fmla="*/ 56842 h 267157"/>
                <a:gd name="connsiteX57" fmla="*/ 841500 w 1240714"/>
                <a:gd name="connsiteY57" fmla="*/ 56842 h 267157"/>
                <a:gd name="connsiteX58" fmla="*/ 841500 w 1240714"/>
                <a:gd name="connsiteY58" fmla="*/ 70105 h 267157"/>
                <a:gd name="connsiteX59" fmla="*/ 793928 w 1240714"/>
                <a:gd name="connsiteY59" fmla="*/ 185052 h 267157"/>
                <a:gd name="connsiteX60" fmla="*/ 744428 w 1240714"/>
                <a:gd name="connsiteY60" fmla="*/ 135789 h 267157"/>
                <a:gd name="connsiteX61" fmla="*/ 793928 w 1240714"/>
                <a:gd name="connsiteY61" fmla="*/ 86526 h 267157"/>
                <a:gd name="connsiteX62" fmla="*/ 843429 w 1240714"/>
                <a:gd name="connsiteY62" fmla="*/ 136421 h 267157"/>
                <a:gd name="connsiteX63" fmla="*/ 793928 w 1240714"/>
                <a:gd name="connsiteY63" fmla="*/ 185052 h 267157"/>
                <a:gd name="connsiteX64" fmla="*/ 1240714 w 1240714"/>
                <a:gd name="connsiteY64" fmla="*/ 133263 h 267157"/>
                <a:gd name="connsiteX65" fmla="*/ 1157786 w 1240714"/>
                <a:gd name="connsiteY65" fmla="*/ 51789 h 267157"/>
                <a:gd name="connsiteX66" fmla="*/ 1073571 w 1240714"/>
                <a:gd name="connsiteY66" fmla="*/ 136421 h 267157"/>
                <a:gd name="connsiteX67" fmla="*/ 1157786 w 1240714"/>
                <a:gd name="connsiteY67" fmla="*/ 219789 h 267157"/>
                <a:gd name="connsiteX68" fmla="*/ 1234928 w 1240714"/>
                <a:gd name="connsiteY68" fmla="*/ 165473 h 267157"/>
                <a:gd name="connsiteX69" fmla="*/ 1194429 w 1240714"/>
                <a:gd name="connsiteY69" fmla="*/ 165473 h 267157"/>
                <a:gd name="connsiteX70" fmla="*/ 1157786 w 1240714"/>
                <a:gd name="connsiteY70" fmla="*/ 185684 h 267157"/>
                <a:gd name="connsiteX71" fmla="*/ 1113428 w 1240714"/>
                <a:gd name="connsiteY71" fmla="*/ 153473 h 267157"/>
                <a:gd name="connsiteX72" fmla="*/ 1238143 w 1240714"/>
                <a:gd name="connsiteY72" fmla="*/ 153473 h 267157"/>
                <a:gd name="connsiteX73" fmla="*/ 1240714 w 1240714"/>
                <a:gd name="connsiteY73" fmla="*/ 133263 h 267157"/>
                <a:gd name="connsiteX74" fmla="*/ 1113428 w 1240714"/>
                <a:gd name="connsiteY74" fmla="*/ 122526 h 267157"/>
                <a:gd name="connsiteX75" fmla="*/ 1158428 w 1240714"/>
                <a:gd name="connsiteY75" fmla="*/ 86526 h 267157"/>
                <a:gd name="connsiteX76" fmla="*/ 1202143 w 1240714"/>
                <a:gd name="connsiteY76" fmla="*/ 122526 h 267157"/>
                <a:gd name="connsiteX77" fmla="*/ 1113428 w 1240714"/>
                <a:gd name="connsiteY77" fmla="*/ 122526 h 267157"/>
                <a:gd name="connsiteX78" fmla="*/ 572786 w 1240714"/>
                <a:gd name="connsiteY78" fmla="*/ 135789 h 267157"/>
                <a:gd name="connsiteX79" fmla="*/ 621000 w 1240714"/>
                <a:gd name="connsiteY79" fmla="*/ 185052 h 267157"/>
                <a:gd name="connsiteX80" fmla="*/ 656357 w 1240714"/>
                <a:gd name="connsiteY80" fmla="*/ 163578 h 267157"/>
                <a:gd name="connsiteX81" fmla="*/ 699428 w 1240714"/>
                <a:gd name="connsiteY81" fmla="*/ 163578 h 267157"/>
                <a:gd name="connsiteX82" fmla="*/ 619071 w 1240714"/>
                <a:gd name="connsiteY82" fmla="*/ 219789 h 267157"/>
                <a:gd name="connsiteX83" fmla="*/ 534214 w 1240714"/>
                <a:gd name="connsiteY83" fmla="*/ 135158 h 267157"/>
                <a:gd name="connsiteX84" fmla="*/ 619071 w 1240714"/>
                <a:gd name="connsiteY84" fmla="*/ 51789 h 267157"/>
                <a:gd name="connsiteX85" fmla="*/ 699428 w 1240714"/>
                <a:gd name="connsiteY85" fmla="*/ 109263 h 267157"/>
                <a:gd name="connsiteX86" fmla="*/ 656357 w 1240714"/>
                <a:gd name="connsiteY86" fmla="*/ 109263 h 267157"/>
                <a:gd name="connsiteX87" fmla="*/ 619071 w 1240714"/>
                <a:gd name="connsiteY87" fmla="*/ 86526 h 267157"/>
                <a:gd name="connsiteX88" fmla="*/ 572786 w 1240714"/>
                <a:gd name="connsiteY88" fmla="*/ 135789 h 267157"/>
                <a:gd name="connsiteX89" fmla="*/ 525214 w 1240714"/>
                <a:gd name="connsiteY89" fmla="*/ 118105 h 267157"/>
                <a:gd name="connsiteX90" fmla="*/ 525214 w 1240714"/>
                <a:gd name="connsiteY90" fmla="*/ 214105 h 267157"/>
                <a:gd name="connsiteX91" fmla="*/ 486643 w 1240714"/>
                <a:gd name="connsiteY91" fmla="*/ 214105 h 267157"/>
                <a:gd name="connsiteX92" fmla="*/ 486643 w 1240714"/>
                <a:gd name="connsiteY92" fmla="*/ 132631 h 267157"/>
                <a:gd name="connsiteX93" fmla="*/ 453857 w 1240714"/>
                <a:gd name="connsiteY93" fmla="*/ 86526 h 267157"/>
                <a:gd name="connsiteX94" fmla="*/ 421714 w 1240714"/>
                <a:gd name="connsiteY94" fmla="*/ 133263 h 267157"/>
                <a:gd name="connsiteX95" fmla="*/ 421714 w 1240714"/>
                <a:gd name="connsiteY95" fmla="*/ 214736 h 267157"/>
                <a:gd name="connsiteX96" fmla="*/ 383143 w 1240714"/>
                <a:gd name="connsiteY96" fmla="*/ 214736 h 267157"/>
                <a:gd name="connsiteX97" fmla="*/ 383143 w 1240714"/>
                <a:gd name="connsiteY97" fmla="*/ 5053 h 267157"/>
                <a:gd name="connsiteX98" fmla="*/ 421714 w 1240714"/>
                <a:gd name="connsiteY98" fmla="*/ 5053 h 267157"/>
                <a:gd name="connsiteX99" fmla="*/ 421714 w 1240714"/>
                <a:gd name="connsiteY99" fmla="*/ 68210 h 267157"/>
                <a:gd name="connsiteX100" fmla="*/ 463500 w 1240714"/>
                <a:gd name="connsiteY100" fmla="*/ 51789 h 267157"/>
                <a:gd name="connsiteX101" fmla="*/ 525214 w 1240714"/>
                <a:gd name="connsiteY101" fmla="*/ 118105 h 26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</a:cxnLst>
              <a:rect l="l" t="t" r="r" b="b"/>
              <a:pathLst>
                <a:path w="1240714" h="267157">
                  <a:moveTo>
                    <a:pt x="200571" y="121263"/>
                  </a:moveTo>
                  <a:lnTo>
                    <a:pt x="200571" y="214105"/>
                  </a:lnTo>
                  <a:lnTo>
                    <a:pt x="162000" y="214105"/>
                  </a:lnTo>
                  <a:lnTo>
                    <a:pt x="162000" y="135158"/>
                  </a:lnTo>
                  <a:cubicBezTo>
                    <a:pt x="162000" y="102947"/>
                    <a:pt x="151071" y="85894"/>
                    <a:pt x="129857" y="85894"/>
                  </a:cubicBezTo>
                  <a:cubicBezTo>
                    <a:pt x="118286" y="85894"/>
                    <a:pt x="96429" y="93473"/>
                    <a:pt x="96429" y="128210"/>
                  </a:cubicBezTo>
                  <a:lnTo>
                    <a:pt x="96429" y="214105"/>
                  </a:lnTo>
                  <a:lnTo>
                    <a:pt x="57857" y="214105"/>
                  </a:lnTo>
                  <a:lnTo>
                    <a:pt x="57857" y="56842"/>
                  </a:lnTo>
                  <a:lnTo>
                    <a:pt x="93857" y="56842"/>
                  </a:lnTo>
                  <a:lnTo>
                    <a:pt x="93857" y="70737"/>
                  </a:lnTo>
                  <a:cubicBezTo>
                    <a:pt x="106714" y="58737"/>
                    <a:pt x="119571" y="51789"/>
                    <a:pt x="138214" y="51789"/>
                  </a:cubicBezTo>
                  <a:cubicBezTo>
                    <a:pt x="158786" y="51789"/>
                    <a:pt x="200571" y="64421"/>
                    <a:pt x="200571" y="121263"/>
                  </a:cubicBezTo>
                  <a:close/>
                  <a:moveTo>
                    <a:pt x="1286" y="56842"/>
                  </a:moveTo>
                  <a:lnTo>
                    <a:pt x="40500" y="56842"/>
                  </a:lnTo>
                  <a:lnTo>
                    <a:pt x="40500" y="214105"/>
                  </a:lnTo>
                  <a:lnTo>
                    <a:pt x="1286" y="214105"/>
                  </a:lnTo>
                  <a:lnTo>
                    <a:pt x="1286" y="56842"/>
                  </a:lnTo>
                  <a:close/>
                  <a:moveTo>
                    <a:pt x="247500" y="135789"/>
                  </a:moveTo>
                  <a:cubicBezTo>
                    <a:pt x="247500" y="163578"/>
                    <a:pt x="268071" y="185052"/>
                    <a:pt x="295714" y="185052"/>
                  </a:cubicBezTo>
                  <a:cubicBezTo>
                    <a:pt x="311786" y="185052"/>
                    <a:pt x="323357" y="176210"/>
                    <a:pt x="331071" y="163578"/>
                  </a:cubicBezTo>
                  <a:lnTo>
                    <a:pt x="374143" y="163578"/>
                  </a:lnTo>
                  <a:cubicBezTo>
                    <a:pt x="360643" y="199578"/>
                    <a:pt x="330429" y="219789"/>
                    <a:pt x="293786" y="219789"/>
                  </a:cubicBezTo>
                  <a:cubicBezTo>
                    <a:pt x="246857" y="219789"/>
                    <a:pt x="208929" y="181894"/>
                    <a:pt x="208929" y="135158"/>
                  </a:cubicBezTo>
                  <a:cubicBezTo>
                    <a:pt x="208929" y="89684"/>
                    <a:pt x="246857" y="51789"/>
                    <a:pt x="293786" y="51789"/>
                  </a:cubicBezTo>
                  <a:cubicBezTo>
                    <a:pt x="329786" y="51789"/>
                    <a:pt x="361929" y="73263"/>
                    <a:pt x="374143" y="109263"/>
                  </a:cubicBezTo>
                  <a:lnTo>
                    <a:pt x="331071" y="109263"/>
                  </a:lnTo>
                  <a:cubicBezTo>
                    <a:pt x="322714" y="94737"/>
                    <a:pt x="311786" y="86526"/>
                    <a:pt x="293786" y="86526"/>
                  </a:cubicBezTo>
                  <a:cubicBezTo>
                    <a:pt x="266786" y="86526"/>
                    <a:pt x="247500" y="107368"/>
                    <a:pt x="247500" y="135789"/>
                  </a:cubicBezTo>
                  <a:close/>
                  <a:moveTo>
                    <a:pt x="43714" y="21474"/>
                  </a:moveTo>
                  <a:cubicBezTo>
                    <a:pt x="43714" y="33474"/>
                    <a:pt x="34071" y="42947"/>
                    <a:pt x="21857" y="42947"/>
                  </a:cubicBezTo>
                  <a:cubicBezTo>
                    <a:pt x="9643" y="42947"/>
                    <a:pt x="0" y="33474"/>
                    <a:pt x="0" y="21474"/>
                  </a:cubicBezTo>
                  <a:cubicBezTo>
                    <a:pt x="0" y="9474"/>
                    <a:pt x="9643" y="0"/>
                    <a:pt x="21857" y="0"/>
                  </a:cubicBezTo>
                  <a:cubicBezTo>
                    <a:pt x="34071" y="0"/>
                    <a:pt x="43714" y="9474"/>
                    <a:pt x="43714" y="21474"/>
                  </a:cubicBezTo>
                  <a:close/>
                  <a:moveTo>
                    <a:pt x="984857" y="51789"/>
                  </a:moveTo>
                  <a:cubicBezTo>
                    <a:pt x="964928" y="51789"/>
                    <a:pt x="946928" y="58737"/>
                    <a:pt x="933428" y="70105"/>
                  </a:cubicBezTo>
                  <a:lnTo>
                    <a:pt x="933428" y="57474"/>
                  </a:lnTo>
                  <a:lnTo>
                    <a:pt x="894214" y="57474"/>
                  </a:lnTo>
                  <a:lnTo>
                    <a:pt x="894214" y="267157"/>
                  </a:lnTo>
                  <a:lnTo>
                    <a:pt x="933428" y="267157"/>
                  </a:lnTo>
                  <a:lnTo>
                    <a:pt x="933428" y="201473"/>
                  </a:lnTo>
                  <a:cubicBezTo>
                    <a:pt x="947571" y="212842"/>
                    <a:pt x="964928" y="219157"/>
                    <a:pt x="984857" y="219157"/>
                  </a:cubicBezTo>
                  <a:cubicBezTo>
                    <a:pt x="1030500" y="219157"/>
                    <a:pt x="1067786" y="180631"/>
                    <a:pt x="1067786" y="135789"/>
                  </a:cubicBezTo>
                  <a:cubicBezTo>
                    <a:pt x="1067786" y="90316"/>
                    <a:pt x="1031786" y="51789"/>
                    <a:pt x="984857" y="51789"/>
                  </a:cubicBezTo>
                  <a:close/>
                  <a:moveTo>
                    <a:pt x="980357" y="185052"/>
                  </a:moveTo>
                  <a:cubicBezTo>
                    <a:pt x="952071" y="185052"/>
                    <a:pt x="931500" y="162315"/>
                    <a:pt x="931500" y="136421"/>
                  </a:cubicBezTo>
                  <a:cubicBezTo>
                    <a:pt x="931500" y="110526"/>
                    <a:pt x="952071" y="86526"/>
                    <a:pt x="981000" y="86526"/>
                  </a:cubicBezTo>
                  <a:cubicBezTo>
                    <a:pt x="1008000" y="86526"/>
                    <a:pt x="1030500" y="109894"/>
                    <a:pt x="1030500" y="135789"/>
                  </a:cubicBezTo>
                  <a:cubicBezTo>
                    <a:pt x="1029857" y="162315"/>
                    <a:pt x="1009286" y="185052"/>
                    <a:pt x="980357" y="185052"/>
                  </a:cubicBezTo>
                  <a:close/>
                  <a:moveTo>
                    <a:pt x="841500" y="70105"/>
                  </a:moveTo>
                  <a:cubicBezTo>
                    <a:pt x="827357" y="58737"/>
                    <a:pt x="810000" y="51789"/>
                    <a:pt x="790071" y="51789"/>
                  </a:cubicBezTo>
                  <a:cubicBezTo>
                    <a:pt x="743143" y="51789"/>
                    <a:pt x="707143" y="90316"/>
                    <a:pt x="707143" y="135789"/>
                  </a:cubicBezTo>
                  <a:cubicBezTo>
                    <a:pt x="707143" y="181263"/>
                    <a:pt x="744428" y="219157"/>
                    <a:pt x="790071" y="219157"/>
                  </a:cubicBezTo>
                  <a:cubicBezTo>
                    <a:pt x="810000" y="219157"/>
                    <a:pt x="828000" y="212842"/>
                    <a:pt x="841500" y="201473"/>
                  </a:cubicBezTo>
                  <a:lnTo>
                    <a:pt x="841500" y="214105"/>
                  </a:lnTo>
                  <a:lnTo>
                    <a:pt x="880714" y="214105"/>
                  </a:lnTo>
                  <a:lnTo>
                    <a:pt x="880714" y="56842"/>
                  </a:lnTo>
                  <a:lnTo>
                    <a:pt x="841500" y="56842"/>
                  </a:lnTo>
                  <a:lnTo>
                    <a:pt x="841500" y="70105"/>
                  </a:lnTo>
                  <a:close/>
                  <a:moveTo>
                    <a:pt x="793928" y="185052"/>
                  </a:moveTo>
                  <a:cubicBezTo>
                    <a:pt x="765000" y="185052"/>
                    <a:pt x="744428" y="162315"/>
                    <a:pt x="744428" y="135789"/>
                  </a:cubicBezTo>
                  <a:cubicBezTo>
                    <a:pt x="744428" y="109263"/>
                    <a:pt x="766286" y="86526"/>
                    <a:pt x="793928" y="86526"/>
                  </a:cubicBezTo>
                  <a:cubicBezTo>
                    <a:pt x="822214" y="86526"/>
                    <a:pt x="843429" y="110526"/>
                    <a:pt x="843429" y="136421"/>
                  </a:cubicBezTo>
                  <a:cubicBezTo>
                    <a:pt x="842786" y="162315"/>
                    <a:pt x="822857" y="185052"/>
                    <a:pt x="793928" y="185052"/>
                  </a:cubicBezTo>
                  <a:close/>
                  <a:moveTo>
                    <a:pt x="1240714" y="133263"/>
                  </a:moveTo>
                  <a:cubicBezTo>
                    <a:pt x="1240714" y="87158"/>
                    <a:pt x="1204714" y="51789"/>
                    <a:pt x="1157786" y="51789"/>
                  </a:cubicBezTo>
                  <a:cubicBezTo>
                    <a:pt x="1108928" y="51789"/>
                    <a:pt x="1073571" y="89684"/>
                    <a:pt x="1073571" y="136421"/>
                  </a:cubicBezTo>
                  <a:cubicBezTo>
                    <a:pt x="1073571" y="182526"/>
                    <a:pt x="1109571" y="219789"/>
                    <a:pt x="1157786" y="219789"/>
                  </a:cubicBezTo>
                  <a:cubicBezTo>
                    <a:pt x="1191857" y="219789"/>
                    <a:pt x="1224643" y="197052"/>
                    <a:pt x="1234928" y="165473"/>
                  </a:cubicBezTo>
                  <a:lnTo>
                    <a:pt x="1194429" y="165473"/>
                  </a:lnTo>
                  <a:cubicBezTo>
                    <a:pt x="1186714" y="179368"/>
                    <a:pt x="1173214" y="185684"/>
                    <a:pt x="1157786" y="185684"/>
                  </a:cubicBezTo>
                  <a:cubicBezTo>
                    <a:pt x="1134000" y="185684"/>
                    <a:pt x="1116643" y="167368"/>
                    <a:pt x="1113428" y="153473"/>
                  </a:cubicBezTo>
                  <a:lnTo>
                    <a:pt x="1238143" y="153473"/>
                  </a:lnTo>
                  <a:cubicBezTo>
                    <a:pt x="1240071" y="145894"/>
                    <a:pt x="1240714" y="139579"/>
                    <a:pt x="1240714" y="133263"/>
                  </a:cubicBezTo>
                  <a:close/>
                  <a:moveTo>
                    <a:pt x="1113428" y="122526"/>
                  </a:moveTo>
                  <a:cubicBezTo>
                    <a:pt x="1119214" y="98526"/>
                    <a:pt x="1137214" y="86526"/>
                    <a:pt x="1158428" y="86526"/>
                  </a:cubicBezTo>
                  <a:cubicBezTo>
                    <a:pt x="1182214" y="86526"/>
                    <a:pt x="1198286" y="99789"/>
                    <a:pt x="1202143" y="122526"/>
                  </a:cubicBezTo>
                  <a:lnTo>
                    <a:pt x="1113428" y="122526"/>
                  </a:lnTo>
                  <a:close/>
                  <a:moveTo>
                    <a:pt x="572786" y="135789"/>
                  </a:moveTo>
                  <a:cubicBezTo>
                    <a:pt x="572786" y="163578"/>
                    <a:pt x="593357" y="185052"/>
                    <a:pt x="621000" y="185052"/>
                  </a:cubicBezTo>
                  <a:cubicBezTo>
                    <a:pt x="637071" y="185052"/>
                    <a:pt x="648643" y="176210"/>
                    <a:pt x="656357" y="163578"/>
                  </a:cubicBezTo>
                  <a:lnTo>
                    <a:pt x="699428" y="163578"/>
                  </a:lnTo>
                  <a:cubicBezTo>
                    <a:pt x="685929" y="199578"/>
                    <a:pt x="655714" y="219789"/>
                    <a:pt x="619071" y="219789"/>
                  </a:cubicBezTo>
                  <a:cubicBezTo>
                    <a:pt x="572143" y="219789"/>
                    <a:pt x="534214" y="181894"/>
                    <a:pt x="534214" y="135158"/>
                  </a:cubicBezTo>
                  <a:cubicBezTo>
                    <a:pt x="534214" y="89684"/>
                    <a:pt x="572143" y="51789"/>
                    <a:pt x="619071" y="51789"/>
                  </a:cubicBezTo>
                  <a:cubicBezTo>
                    <a:pt x="655071" y="51789"/>
                    <a:pt x="687214" y="73263"/>
                    <a:pt x="699428" y="109263"/>
                  </a:cubicBezTo>
                  <a:lnTo>
                    <a:pt x="656357" y="109263"/>
                  </a:lnTo>
                  <a:cubicBezTo>
                    <a:pt x="648000" y="94737"/>
                    <a:pt x="637071" y="86526"/>
                    <a:pt x="619071" y="86526"/>
                  </a:cubicBezTo>
                  <a:cubicBezTo>
                    <a:pt x="592071" y="86526"/>
                    <a:pt x="572786" y="107368"/>
                    <a:pt x="572786" y="135789"/>
                  </a:cubicBezTo>
                  <a:close/>
                  <a:moveTo>
                    <a:pt x="525214" y="118105"/>
                  </a:moveTo>
                  <a:lnTo>
                    <a:pt x="525214" y="214105"/>
                  </a:lnTo>
                  <a:lnTo>
                    <a:pt x="486643" y="214105"/>
                  </a:lnTo>
                  <a:lnTo>
                    <a:pt x="486643" y="132631"/>
                  </a:lnTo>
                  <a:cubicBezTo>
                    <a:pt x="486643" y="99789"/>
                    <a:pt x="475714" y="86526"/>
                    <a:pt x="453857" y="86526"/>
                  </a:cubicBezTo>
                  <a:cubicBezTo>
                    <a:pt x="432000" y="86526"/>
                    <a:pt x="421714" y="101684"/>
                    <a:pt x="421714" y="133263"/>
                  </a:cubicBezTo>
                  <a:lnTo>
                    <a:pt x="421714" y="214736"/>
                  </a:lnTo>
                  <a:lnTo>
                    <a:pt x="383143" y="214736"/>
                  </a:lnTo>
                  <a:lnTo>
                    <a:pt x="383143" y="5053"/>
                  </a:lnTo>
                  <a:lnTo>
                    <a:pt x="421714" y="5053"/>
                  </a:lnTo>
                  <a:lnTo>
                    <a:pt x="421714" y="68210"/>
                  </a:lnTo>
                  <a:cubicBezTo>
                    <a:pt x="433286" y="57474"/>
                    <a:pt x="446786" y="51789"/>
                    <a:pt x="463500" y="51789"/>
                  </a:cubicBezTo>
                  <a:cubicBezTo>
                    <a:pt x="482786" y="51789"/>
                    <a:pt x="525214" y="65052"/>
                    <a:pt x="525214" y="118105"/>
                  </a:cubicBezTo>
                  <a:close/>
                </a:path>
              </a:pathLst>
            </a:custGeom>
            <a:solidFill>
              <a:srgbClr val="001A41"/>
            </a:solidFill>
            <a:ln w="64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" name="Freeform 6">
              <a:extLst>
                <a:ext uri="{FF2B5EF4-FFF2-40B4-BE49-F238E27FC236}">
                  <a16:creationId xmlns:a16="http://schemas.microsoft.com/office/drawing/2014/main" id="{714C76FF-5FDF-7F76-6198-834FF9675CF0}"/>
                </a:ext>
              </a:extLst>
            </p:cNvPr>
            <p:cNvSpPr/>
            <p:nvPr/>
          </p:nvSpPr>
          <p:spPr>
            <a:xfrm>
              <a:off x="728819" y="720451"/>
              <a:ext cx="314999" cy="308841"/>
            </a:xfrm>
            <a:custGeom>
              <a:avLst/>
              <a:gdLst>
                <a:gd name="connsiteX0" fmla="*/ 315000 w 314999"/>
                <a:gd name="connsiteY0" fmla="*/ 154736 h 308841"/>
                <a:gd name="connsiteX1" fmla="*/ 157500 w 314999"/>
                <a:gd name="connsiteY1" fmla="*/ 0 h 308841"/>
                <a:gd name="connsiteX2" fmla="*/ 0 w 314999"/>
                <a:gd name="connsiteY2" fmla="*/ 154736 h 308841"/>
                <a:gd name="connsiteX3" fmla="*/ 147857 w 314999"/>
                <a:gd name="connsiteY3" fmla="*/ 308841 h 308841"/>
                <a:gd name="connsiteX4" fmla="*/ 211500 w 314999"/>
                <a:gd name="connsiteY4" fmla="*/ 176842 h 308841"/>
                <a:gd name="connsiteX5" fmla="*/ 190929 w 314999"/>
                <a:gd name="connsiteY5" fmla="*/ 98526 h 308841"/>
                <a:gd name="connsiteX6" fmla="*/ 246857 w 314999"/>
                <a:gd name="connsiteY6" fmla="*/ 79579 h 308841"/>
                <a:gd name="connsiteX7" fmla="*/ 291214 w 314999"/>
                <a:gd name="connsiteY7" fmla="*/ 171789 h 308841"/>
                <a:gd name="connsiteX8" fmla="*/ 288643 w 314999"/>
                <a:gd name="connsiteY8" fmla="*/ 240631 h 308841"/>
                <a:gd name="connsiteX9" fmla="*/ 315000 w 314999"/>
                <a:gd name="connsiteY9" fmla="*/ 154736 h 308841"/>
                <a:gd name="connsiteX10" fmla="*/ 175500 w 314999"/>
                <a:gd name="connsiteY10" fmla="*/ 73895 h 308841"/>
                <a:gd name="connsiteX11" fmla="*/ 122786 w 314999"/>
                <a:gd name="connsiteY11" fmla="*/ 27158 h 308841"/>
                <a:gd name="connsiteX12" fmla="*/ 222429 w 314999"/>
                <a:gd name="connsiteY12" fmla="*/ 58105 h 308841"/>
                <a:gd name="connsiteX13" fmla="*/ 175500 w 314999"/>
                <a:gd name="connsiteY13" fmla="*/ 73895 h 3088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14999" h="308841">
                  <a:moveTo>
                    <a:pt x="315000" y="154736"/>
                  </a:moveTo>
                  <a:cubicBezTo>
                    <a:pt x="315000" y="69473"/>
                    <a:pt x="244286" y="0"/>
                    <a:pt x="157500" y="0"/>
                  </a:cubicBezTo>
                  <a:cubicBezTo>
                    <a:pt x="70714" y="0"/>
                    <a:pt x="0" y="69473"/>
                    <a:pt x="0" y="154736"/>
                  </a:cubicBezTo>
                  <a:cubicBezTo>
                    <a:pt x="0" y="236841"/>
                    <a:pt x="65571" y="304420"/>
                    <a:pt x="147857" y="308841"/>
                  </a:cubicBezTo>
                  <a:cubicBezTo>
                    <a:pt x="163286" y="296210"/>
                    <a:pt x="211500" y="250736"/>
                    <a:pt x="211500" y="176842"/>
                  </a:cubicBezTo>
                  <a:cubicBezTo>
                    <a:pt x="211500" y="156000"/>
                    <a:pt x="204429" y="118737"/>
                    <a:pt x="190929" y="98526"/>
                  </a:cubicBezTo>
                  <a:lnTo>
                    <a:pt x="246857" y="79579"/>
                  </a:lnTo>
                  <a:cubicBezTo>
                    <a:pt x="246857" y="79579"/>
                    <a:pt x="282214" y="115579"/>
                    <a:pt x="291214" y="171789"/>
                  </a:cubicBezTo>
                  <a:cubicBezTo>
                    <a:pt x="291214" y="171789"/>
                    <a:pt x="297000" y="208420"/>
                    <a:pt x="288643" y="240631"/>
                  </a:cubicBezTo>
                  <a:cubicBezTo>
                    <a:pt x="305357" y="215999"/>
                    <a:pt x="315000" y="186315"/>
                    <a:pt x="315000" y="154736"/>
                  </a:cubicBezTo>
                  <a:close/>
                  <a:moveTo>
                    <a:pt x="175500" y="73895"/>
                  </a:moveTo>
                  <a:cubicBezTo>
                    <a:pt x="175500" y="73895"/>
                    <a:pt x="160071" y="49895"/>
                    <a:pt x="122786" y="27158"/>
                  </a:cubicBezTo>
                  <a:cubicBezTo>
                    <a:pt x="122786" y="27158"/>
                    <a:pt x="176786" y="26526"/>
                    <a:pt x="222429" y="58105"/>
                  </a:cubicBezTo>
                  <a:lnTo>
                    <a:pt x="175500" y="73895"/>
                  </a:lnTo>
                  <a:close/>
                </a:path>
              </a:pathLst>
            </a:custGeom>
            <a:solidFill>
              <a:srgbClr val="FFFFFF"/>
            </a:solidFill>
            <a:ln w="64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58655811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[Printer-Friendly]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C1AE51FD-9722-0E42-9065-BCA1E907795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9999" y="4680000"/>
            <a:ext cx="6228000" cy="360000"/>
          </a:xfrm>
        </p:spPr>
        <p:txBody>
          <a:bodyPr wrap="square">
            <a:noAutofit/>
          </a:bodyPr>
          <a:lstStyle>
            <a:lvl1pPr marL="0" indent="0">
              <a:buNone/>
              <a:defRPr sz="2400" b="0" i="0">
                <a:solidFill>
                  <a:schemeClr val="accent2"/>
                </a:solidFill>
                <a:latin typeface="+mn-lt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 dirty="0"/>
              <a:t>Click to edit Master text styles</a:t>
            </a:r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784E259E-4EF9-0841-80A0-E3CEA5CDF67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720000" y="2050828"/>
            <a:ext cx="6228000" cy="2322000"/>
          </a:xfrm>
        </p:spPr>
        <p:txBody>
          <a:bodyPr/>
          <a:lstStyle>
            <a:lvl1pPr marL="0" indent="0">
              <a:lnSpc>
                <a:spcPct val="74000"/>
              </a:lnSpc>
              <a:buNone/>
              <a:defRPr sz="6600" b="1" i="0" cap="all" spc="-160" baseline="0">
                <a:solidFill>
                  <a:schemeClr val="accent2"/>
                </a:solidFill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grpSp>
        <p:nvGrpSpPr>
          <p:cNvPr id="2" name="Graphic 6">
            <a:extLst>
              <a:ext uri="{FF2B5EF4-FFF2-40B4-BE49-F238E27FC236}">
                <a16:creationId xmlns:a16="http://schemas.microsoft.com/office/drawing/2014/main" id="{FA4C1CFC-2FD7-68FE-BCE0-295BCAA07AB3}"/>
              </a:ext>
            </a:extLst>
          </p:cNvPr>
          <p:cNvGrpSpPr/>
          <p:nvPr/>
        </p:nvGrpSpPr>
        <p:grpSpPr>
          <a:xfrm>
            <a:off x="728819" y="720451"/>
            <a:ext cx="1613571" cy="311368"/>
            <a:chOff x="728819" y="720451"/>
            <a:chExt cx="1613571" cy="311368"/>
          </a:xfrm>
        </p:grpSpPr>
        <p:sp>
          <p:nvSpPr>
            <p:cNvPr id="4" name="Freeform 3">
              <a:extLst>
                <a:ext uri="{FF2B5EF4-FFF2-40B4-BE49-F238E27FC236}">
                  <a16:creationId xmlns:a16="http://schemas.microsoft.com/office/drawing/2014/main" id="{9999787C-8EA9-AAD9-D15F-B21EAED2B6D0}"/>
                </a:ext>
              </a:extLst>
            </p:cNvPr>
            <p:cNvSpPr/>
            <p:nvPr/>
          </p:nvSpPr>
          <p:spPr>
            <a:xfrm>
              <a:off x="1101676" y="764661"/>
              <a:ext cx="1240714" cy="267157"/>
            </a:xfrm>
            <a:custGeom>
              <a:avLst/>
              <a:gdLst>
                <a:gd name="connsiteX0" fmla="*/ 200571 w 1240714"/>
                <a:gd name="connsiteY0" fmla="*/ 121263 h 267157"/>
                <a:gd name="connsiteX1" fmla="*/ 200571 w 1240714"/>
                <a:gd name="connsiteY1" fmla="*/ 214105 h 267157"/>
                <a:gd name="connsiteX2" fmla="*/ 162000 w 1240714"/>
                <a:gd name="connsiteY2" fmla="*/ 214105 h 267157"/>
                <a:gd name="connsiteX3" fmla="*/ 162000 w 1240714"/>
                <a:gd name="connsiteY3" fmla="*/ 135158 h 267157"/>
                <a:gd name="connsiteX4" fmla="*/ 129857 w 1240714"/>
                <a:gd name="connsiteY4" fmla="*/ 85895 h 267157"/>
                <a:gd name="connsiteX5" fmla="*/ 96429 w 1240714"/>
                <a:gd name="connsiteY5" fmla="*/ 128211 h 267157"/>
                <a:gd name="connsiteX6" fmla="*/ 96429 w 1240714"/>
                <a:gd name="connsiteY6" fmla="*/ 214105 h 267157"/>
                <a:gd name="connsiteX7" fmla="*/ 57857 w 1240714"/>
                <a:gd name="connsiteY7" fmla="*/ 214105 h 267157"/>
                <a:gd name="connsiteX8" fmla="*/ 57857 w 1240714"/>
                <a:gd name="connsiteY8" fmla="*/ 56842 h 267157"/>
                <a:gd name="connsiteX9" fmla="*/ 93857 w 1240714"/>
                <a:gd name="connsiteY9" fmla="*/ 56842 h 267157"/>
                <a:gd name="connsiteX10" fmla="*/ 93857 w 1240714"/>
                <a:gd name="connsiteY10" fmla="*/ 70737 h 267157"/>
                <a:gd name="connsiteX11" fmla="*/ 138214 w 1240714"/>
                <a:gd name="connsiteY11" fmla="*/ 51789 h 267157"/>
                <a:gd name="connsiteX12" fmla="*/ 200571 w 1240714"/>
                <a:gd name="connsiteY12" fmla="*/ 121263 h 267157"/>
                <a:gd name="connsiteX13" fmla="*/ 1286 w 1240714"/>
                <a:gd name="connsiteY13" fmla="*/ 56842 h 267157"/>
                <a:gd name="connsiteX14" fmla="*/ 40500 w 1240714"/>
                <a:gd name="connsiteY14" fmla="*/ 56842 h 267157"/>
                <a:gd name="connsiteX15" fmla="*/ 40500 w 1240714"/>
                <a:gd name="connsiteY15" fmla="*/ 214105 h 267157"/>
                <a:gd name="connsiteX16" fmla="*/ 1286 w 1240714"/>
                <a:gd name="connsiteY16" fmla="*/ 214105 h 267157"/>
                <a:gd name="connsiteX17" fmla="*/ 1286 w 1240714"/>
                <a:gd name="connsiteY17" fmla="*/ 56842 h 267157"/>
                <a:gd name="connsiteX18" fmla="*/ 247500 w 1240714"/>
                <a:gd name="connsiteY18" fmla="*/ 135789 h 267157"/>
                <a:gd name="connsiteX19" fmla="*/ 295714 w 1240714"/>
                <a:gd name="connsiteY19" fmla="*/ 185053 h 267157"/>
                <a:gd name="connsiteX20" fmla="*/ 331071 w 1240714"/>
                <a:gd name="connsiteY20" fmla="*/ 163579 h 267157"/>
                <a:gd name="connsiteX21" fmla="*/ 374143 w 1240714"/>
                <a:gd name="connsiteY21" fmla="*/ 163579 h 267157"/>
                <a:gd name="connsiteX22" fmla="*/ 293786 w 1240714"/>
                <a:gd name="connsiteY22" fmla="*/ 219789 h 267157"/>
                <a:gd name="connsiteX23" fmla="*/ 208929 w 1240714"/>
                <a:gd name="connsiteY23" fmla="*/ 135158 h 267157"/>
                <a:gd name="connsiteX24" fmla="*/ 293786 w 1240714"/>
                <a:gd name="connsiteY24" fmla="*/ 51789 h 267157"/>
                <a:gd name="connsiteX25" fmla="*/ 374143 w 1240714"/>
                <a:gd name="connsiteY25" fmla="*/ 109263 h 267157"/>
                <a:gd name="connsiteX26" fmla="*/ 331071 w 1240714"/>
                <a:gd name="connsiteY26" fmla="*/ 109263 h 267157"/>
                <a:gd name="connsiteX27" fmla="*/ 293786 w 1240714"/>
                <a:gd name="connsiteY27" fmla="*/ 86526 h 267157"/>
                <a:gd name="connsiteX28" fmla="*/ 247500 w 1240714"/>
                <a:gd name="connsiteY28" fmla="*/ 135789 h 267157"/>
                <a:gd name="connsiteX29" fmla="*/ 43714 w 1240714"/>
                <a:gd name="connsiteY29" fmla="*/ 21474 h 267157"/>
                <a:gd name="connsiteX30" fmla="*/ 21857 w 1240714"/>
                <a:gd name="connsiteY30" fmla="*/ 42947 h 267157"/>
                <a:gd name="connsiteX31" fmla="*/ 0 w 1240714"/>
                <a:gd name="connsiteY31" fmla="*/ 21474 h 267157"/>
                <a:gd name="connsiteX32" fmla="*/ 21857 w 1240714"/>
                <a:gd name="connsiteY32" fmla="*/ 0 h 267157"/>
                <a:gd name="connsiteX33" fmla="*/ 43714 w 1240714"/>
                <a:gd name="connsiteY33" fmla="*/ 21474 h 267157"/>
                <a:gd name="connsiteX34" fmla="*/ 984857 w 1240714"/>
                <a:gd name="connsiteY34" fmla="*/ 51789 h 267157"/>
                <a:gd name="connsiteX35" fmla="*/ 933428 w 1240714"/>
                <a:gd name="connsiteY35" fmla="*/ 70105 h 267157"/>
                <a:gd name="connsiteX36" fmla="*/ 933428 w 1240714"/>
                <a:gd name="connsiteY36" fmla="*/ 57474 h 267157"/>
                <a:gd name="connsiteX37" fmla="*/ 894214 w 1240714"/>
                <a:gd name="connsiteY37" fmla="*/ 57474 h 267157"/>
                <a:gd name="connsiteX38" fmla="*/ 894214 w 1240714"/>
                <a:gd name="connsiteY38" fmla="*/ 267158 h 267157"/>
                <a:gd name="connsiteX39" fmla="*/ 933428 w 1240714"/>
                <a:gd name="connsiteY39" fmla="*/ 267158 h 267157"/>
                <a:gd name="connsiteX40" fmla="*/ 933428 w 1240714"/>
                <a:gd name="connsiteY40" fmla="*/ 201474 h 267157"/>
                <a:gd name="connsiteX41" fmla="*/ 984857 w 1240714"/>
                <a:gd name="connsiteY41" fmla="*/ 219158 h 267157"/>
                <a:gd name="connsiteX42" fmla="*/ 1067786 w 1240714"/>
                <a:gd name="connsiteY42" fmla="*/ 135789 h 267157"/>
                <a:gd name="connsiteX43" fmla="*/ 984857 w 1240714"/>
                <a:gd name="connsiteY43" fmla="*/ 51789 h 267157"/>
                <a:gd name="connsiteX44" fmla="*/ 980357 w 1240714"/>
                <a:gd name="connsiteY44" fmla="*/ 185053 h 267157"/>
                <a:gd name="connsiteX45" fmla="*/ 931500 w 1240714"/>
                <a:gd name="connsiteY45" fmla="*/ 136421 h 267157"/>
                <a:gd name="connsiteX46" fmla="*/ 981000 w 1240714"/>
                <a:gd name="connsiteY46" fmla="*/ 86526 h 267157"/>
                <a:gd name="connsiteX47" fmla="*/ 1030500 w 1240714"/>
                <a:gd name="connsiteY47" fmla="*/ 135789 h 267157"/>
                <a:gd name="connsiteX48" fmla="*/ 980357 w 1240714"/>
                <a:gd name="connsiteY48" fmla="*/ 185053 h 267157"/>
                <a:gd name="connsiteX49" fmla="*/ 841500 w 1240714"/>
                <a:gd name="connsiteY49" fmla="*/ 70105 h 267157"/>
                <a:gd name="connsiteX50" fmla="*/ 790071 w 1240714"/>
                <a:gd name="connsiteY50" fmla="*/ 51789 h 267157"/>
                <a:gd name="connsiteX51" fmla="*/ 707143 w 1240714"/>
                <a:gd name="connsiteY51" fmla="*/ 135789 h 267157"/>
                <a:gd name="connsiteX52" fmla="*/ 790071 w 1240714"/>
                <a:gd name="connsiteY52" fmla="*/ 219158 h 267157"/>
                <a:gd name="connsiteX53" fmla="*/ 841500 w 1240714"/>
                <a:gd name="connsiteY53" fmla="*/ 201474 h 267157"/>
                <a:gd name="connsiteX54" fmla="*/ 841500 w 1240714"/>
                <a:gd name="connsiteY54" fmla="*/ 214105 h 267157"/>
                <a:gd name="connsiteX55" fmla="*/ 880714 w 1240714"/>
                <a:gd name="connsiteY55" fmla="*/ 214105 h 267157"/>
                <a:gd name="connsiteX56" fmla="*/ 880714 w 1240714"/>
                <a:gd name="connsiteY56" fmla="*/ 56842 h 267157"/>
                <a:gd name="connsiteX57" fmla="*/ 841500 w 1240714"/>
                <a:gd name="connsiteY57" fmla="*/ 56842 h 267157"/>
                <a:gd name="connsiteX58" fmla="*/ 841500 w 1240714"/>
                <a:gd name="connsiteY58" fmla="*/ 70105 h 267157"/>
                <a:gd name="connsiteX59" fmla="*/ 793928 w 1240714"/>
                <a:gd name="connsiteY59" fmla="*/ 185053 h 267157"/>
                <a:gd name="connsiteX60" fmla="*/ 744428 w 1240714"/>
                <a:gd name="connsiteY60" fmla="*/ 135789 h 267157"/>
                <a:gd name="connsiteX61" fmla="*/ 793928 w 1240714"/>
                <a:gd name="connsiteY61" fmla="*/ 86526 h 267157"/>
                <a:gd name="connsiteX62" fmla="*/ 843429 w 1240714"/>
                <a:gd name="connsiteY62" fmla="*/ 136421 h 267157"/>
                <a:gd name="connsiteX63" fmla="*/ 793928 w 1240714"/>
                <a:gd name="connsiteY63" fmla="*/ 185053 h 267157"/>
                <a:gd name="connsiteX64" fmla="*/ 1240714 w 1240714"/>
                <a:gd name="connsiteY64" fmla="*/ 133263 h 267157"/>
                <a:gd name="connsiteX65" fmla="*/ 1157786 w 1240714"/>
                <a:gd name="connsiteY65" fmla="*/ 51789 h 267157"/>
                <a:gd name="connsiteX66" fmla="*/ 1073571 w 1240714"/>
                <a:gd name="connsiteY66" fmla="*/ 136421 h 267157"/>
                <a:gd name="connsiteX67" fmla="*/ 1157786 w 1240714"/>
                <a:gd name="connsiteY67" fmla="*/ 219789 h 267157"/>
                <a:gd name="connsiteX68" fmla="*/ 1234928 w 1240714"/>
                <a:gd name="connsiteY68" fmla="*/ 165474 h 267157"/>
                <a:gd name="connsiteX69" fmla="*/ 1194429 w 1240714"/>
                <a:gd name="connsiteY69" fmla="*/ 165474 h 267157"/>
                <a:gd name="connsiteX70" fmla="*/ 1157786 w 1240714"/>
                <a:gd name="connsiteY70" fmla="*/ 185684 h 267157"/>
                <a:gd name="connsiteX71" fmla="*/ 1113428 w 1240714"/>
                <a:gd name="connsiteY71" fmla="*/ 153474 h 267157"/>
                <a:gd name="connsiteX72" fmla="*/ 1238143 w 1240714"/>
                <a:gd name="connsiteY72" fmla="*/ 153474 h 267157"/>
                <a:gd name="connsiteX73" fmla="*/ 1240714 w 1240714"/>
                <a:gd name="connsiteY73" fmla="*/ 133263 h 267157"/>
                <a:gd name="connsiteX74" fmla="*/ 1113428 w 1240714"/>
                <a:gd name="connsiteY74" fmla="*/ 122526 h 267157"/>
                <a:gd name="connsiteX75" fmla="*/ 1158428 w 1240714"/>
                <a:gd name="connsiteY75" fmla="*/ 86526 h 267157"/>
                <a:gd name="connsiteX76" fmla="*/ 1202143 w 1240714"/>
                <a:gd name="connsiteY76" fmla="*/ 122526 h 267157"/>
                <a:gd name="connsiteX77" fmla="*/ 1113428 w 1240714"/>
                <a:gd name="connsiteY77" fmla="*/ 122526 h 267157"/>
                <a:gd name="connsiteX78" fmla="*/ 572786 w 1240714"/>
                <a:gd name="connsiteY78" fmla="*/ 135789 h 267157"/>
                <a:gd name="connsiteX79" fmla="*/ 621000 w 1240714"/>
                <a:gd name="connsiteY79" fmla="*/ 185053 h 267157"/>
                <a:gd name="connsiteX80" fmla="*/ 656357 w 1240714"/>
                <a:gd name="connsiteY80" fmla="*/ 163579 h 267157"/>
                <a:gd name="connsiteX81" fmla="*/ 699428 w 1240714"/>
                <a:gd name="connsiteY81" fmla="*/ 163579 h 267157"/>
                <a:gd name="connsiteX82" fmla="*/ 619071 w 1240714"/>
                <a:gd name="connsiteY82" fmla="*/ 219789 h 267157"/>
                <a:gd name="connsiteX83" fmla="*/ 534214 w 1240714"/>
                <a:gd name="connsiteY83" fmla="*/ 135158 h 267157"/>
                <a:gd name="connsiteX84" fmla="*/ 619071 w 1240714"/>
                <a:gd name="connsiteY84" fmla="*/ 51789 h 267157"/>
                <a:gd name="connsiteX85" fmla="*/ 699428 w 1240714"/>
                <a:gd name="connsiteY85" fmla="*/ 109263 h 267157"/>
                <a:gd name="connsiteX86" fmla="*/ 656357 w 1240714"/>
                <a:gd name="connsiteY86" fmla="*/ 109263 h 267157"/>
                <a:gd name="connsiteX87" fmla="*/ 619071 w 1240714"/>
                <a:gd name="connsiteY87" fmla="*/ 86526 h 267157"/>
                <a:gd name="connsiteX88" fmla="*/ 572786 w 1240714"/>
                <a:gd name="connsiteY88" fmla="*/ 135789 h 267157"/>
                <a:gd name="connsiteX89" fmla="*/ 525214 w 1240714"/>
                <a:gd name="connsiteY89" fmla="*/ 118105 h 267157"/>
                <a:gd name="connsiteX90" fmla="*/ 525214 w 1240714"/>
                <a:gd name="connsiteY90" fmla="*/ 214105 h 267157"/>
                <a:gd name="connsiteX91" fmla="*/ 486643 w 1240714"/>
                <a:gd name="connsiteY91" fmla="*/ 214105 h 267157"/>
                <a:gd name="connsiteX92" fmla="*/ 486643 w 1240714"/>
                <a:gd name="connsiteY92" fmla="*/ 132632 h 267157"/>
                <a:gd name="connsiteX93" fmla="*/ 453857 w 1240714"/>
                <a:gd name="connsiteY93" fmla="*/ 86526 h 267157"/>
                <a:gd name="connsiteX94" fmla="*/ 421714 w 1240714"/>
                <a:gd name="connsiteY94" fmla="*/ 133263 h 267157"/>
                <a:gd name="connsiteX95" fmla="*/ 421714 w 1240714"/>
                <a:gd name="connsiteY95" fmla="*/ 214737 h 267157"/>
                <a:gd name="connsiteX96" fmla="*/ 383143 w 1240714"/>
                <a:gd name="connsiteY96" fmla="*/ 214737 h 267157"/>
                <a:gd name="connsiteX97" fmla="*/ 383143 w 1240714"/>
                <a:gd name="connsiteY97" fmla="*/ 5053 h 267157"/>
                <a:gd name="connsiteX98" fmla="*/ 421714 w 1240714"/>
                <a:gd name="connsiteY98" fmla="*/ 5053 h 267157"/>
                <a:gd name="connsiteX99" fmla="*/ 421714 w 1240714"/>
                <a:gd name="connsiteY99" fmla="*/ 68211 h 267157"/>
                <a:gd name="connsiteX100" fmla="*/ 463500 w 1240714"/>
                <a:gd name="connsiteY100" fmla="*/ 51789 h 267157"/>
                <a:gd name="connsiteX101" fmla="*/ 525214 w 1240714"/>
                <a:gd name="connsiteY101" fmla="*/ 118105 h 26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</a:cxnLst>
              <a:rect l="l" t="t" r="r" b="b"/>
              <a:pathLst>
                <a:path w="1240714" h="267157">
                  <a:moveTo>
                    <a:pt x="200571" y="121263"/>
                  </a:moveTo>
                  <a:lnTo>
                    <a:pt x="200571" y="214105"/>
                  </a:lnTo>
                  <a:lnTo>
                    <a:pt x="162000" y="214105"/>
                  </a:lnTo>
                  <a:lnTo>
                    <a:pt x="162000" y="135158"/>
                  </a:lnTo>
                  <a:cubicBezTo>
                    <a:pt x="162000" y="102947"/>
                    <a:pt x="151071" y="85895"/>
                    <a:pt x="129857" y="85895"/>
                  </a:cubicBezTo>
                  <a:cubicBezTo>
                    <a:pt x="118286" y="85895"/>
                    <a:pt x="96429" y="93474"/>
                    <a:pt x="96429" y="128211"/>
                  </a:cubicBezTo>
                  <a:lnTo>
                    <a:pt x="96429" y="214105"/>
                  </a:lnTo>
                  <a:lnTo>
                    <a:pt x="57857" y="214105"/>
                  </a:lnTo>
                  <a:lnTo>
                    <a:pt x="57857" y="56842"/>
                  </a:lnTo>
                  <a:lnTo>
                    <a:pt x="93857" y="56842"/>
                  </a:lnTo>
                  <a:lnTo>
                    <a:pt x="93857" y="70737"/>
                  </a:lnTo>
                  <a:cubicBezTo>
                    <a:pt x="106714" y="58737"/>
                    <a:pt x="119571" y="51789"/>
                    <a:pt x="138214" y="51789"/>
                  </a:cubicBezTo>
                  <a:cubicBezTo>
                    <a:pt x="158786" y="51789"/>
                    <a:pt x="200571" y="64421"/>
                    <a:pt x="200571" y="121263"/>
                  </a:cubicBezTo>
                  <a:close/>
                  <a:moveTo>
                    <a:pt x="1286" y="56842"/>
                  </a:moveTo>
                  <a:lnTo>
                    <a:pt x="40500" y="56842"/>
                  </a:lnTo>
                  <a:lnTo>
                    <a:pt x="40500" y="214105"/>
                  </a:lnTo>
                  <a:lnTo>
                    <a:pt x="1286" y="214105"/>
                  </a:lnTo>
                  <a:lnTo>
                    <a:pt x="1286" y="56842"/>
                  </a:lnTo>
                  <a:close/>
                  <a:moveTo>
                    <a:pt x="247500" y="135789"/>
                  </a:moveTo>
                  <a:cubicBezTo>
                    <a:pt x="247500" y="163579"/>
                    <a:pt x="268071" y="185053"/>
                    <a:pt x="295714" y="185053"/>
                  </a:cubicBezTo>
                  <a:cubicBezTo>
                    <a:pt x="311786" y="185053"/>
                    <a:pt x="323357" y="176211"/>
                    <a:pt x="331071" y="163579"/>
                  </a:cubicBezTo>
                  <a:lnTo>
                    <a:pt x="374143" y="163579"/>
                  </a:lnTo>
                  <a:cubicBezTo>
                    <a:pt x="360643" y="199579"/>
                    <a:pt x="330429" y="219789"/>
                    <a:pt x="293786" y="219789"/>
                  </a:cubicBezTo>
                  <a:cubicBezTo>
                    <a:pt x="246857" y="219789"/>
                    <a:pt x="208929" y="181895"/>
                    <a:pt x="208929" y="135158"/>
                  </a:cubicBezTo>
                  <a:cubicBezTo>
                    <a:pt x="208929" y="89684"/>
                    <a:pt x="246857" y="51789"/>
                    <a:pt x="293786" y="51789"/>
                  </a:cubicBezTo>
                  <a:cubicBezTo>
                    <a:pt x="329786" y="51789"/>
                    <a:pt x="361929" y="73263"/>
                    <a:pt x="374143" y="109263"/>
                  </a:cubicBezTo>
                  <a:lnTo>
                    <a:pt x="331071" y="109263"/>
                  </a:lnTo>
                  <a:cubicBezTo>
                    <a:pt x="322714" y="94737"/>
                    <a:pt x="311786" y="86526"/>
                    <a:pt x="293786" y="86526"/>
                  </a:cubicBezTo>
                  <a:cubicBezTo>
                    <a:pt x="266786" y="86526"/>
                    <a:pt x="247500" y="107368"/>
                    <a:pt x="247500" y="135789"/>
                  </a:cubicBezTo>
                  <a:close/>
                  <a:moveTo>
                    <a:pt x="43714" y="21474"/>
                  </a:moveTo>
                  <a:cubicBezTo>
                    <a:pt x="43714" y="33474"/>
                    <a:pt x="34071" y="42947"/>
                    <a:pt x="21857" y="42947"/>
                  </a:cubicBezTo>
                  <a:cubicBezTo>
                    <a:pt x="9643" y="42947"/>
                    <a:pt x="0" y="33474"/>
                    <a:pt x="0" y="21474"/>
                  </a:cubicBezTo>
                  <a:cubicBezTo>
                    <a:pt x="0" y="9474"/>
                    <a:pt x="9643" y="0"/>
                    <a:pt x="21857" y="0"/>
                  </a:cubicBezTo>
                  <a:cubicBezTo>
                    <a:pt x="34071" y="0"/>
                    <a:pt x="43714" y="9474"/>
                    <a:pt x="43714" y="21474"/>
                  </a:cubicBezTo>
                  <a:close/>
                  <a:moveTo>
                    <a:pt x="984857" y="51789"/>
                  </a:moveTo>
                  <a:cubicBezTo>
                    <a:pt x="964928" y="51789"/>
                    <a:pt x="946928" y="58737"/>
                    <a:pt x="933428" y="70105"/>
                  </a:cubicBezTo>
                  <a:lnTo>
                    <a:pt x="933428" y="57474"/>
                  </a:lnTo>
                  <a:lnTo>
                    <a:pt x="894214" y="57474"/>
                  </a:lnTo>
                  <a:lnTo>
                    <a:pt x="894214" y="267158"/>
                  </a:lnTo>
                  <a:lnTo>
                    <a:pt x="933428" y="267158"/>
                  </a:lnTo>
                  <a:lnTo>
                    <a:pt x="933428" y="201474"/>
                  </a:lnTo>
                  <a:cubicBezTo>
                    <a:pt x="947571" y="212842"/>
                    <a:pt x="964928" y="219158"/>
                    <a:pt x="984857" y="219158"/>
                  </a:cubicBezTo>
                  <a:cubicBezTo>
                    <a:pt x="1030500" y="219158"/>
                    <a:pt x="1067786" y="180632"/>
                    <a:pt x="1067786" y="135789"/>
                  </a:cubicBezTo>
                  <a:cubicBezTo>
                    <a:pt x="1067786" y="90316"/>
                    <a:pt x="1031786" y="51789"/>
                    <a:pt x="984857" y="51789"/>
                  </a:cubicBezTo>
                  <a:close/>
                  <a:moveTo>
                    <a:pt x="980357" y="185053"/>
                  </a:moveTo>
                  <a:cubicBezTo>
                    <a:pt x="952071" y="185053"/>
                    <a:pt x="931500" y="162316"/>
                    <a:pt x="931500" y="136421"/>
                  </a:cubicBezTo>
                  <a:cubicBezTo>
                    <a:pt x="931500" y="110526"/>
                    <a:pt x="952071" y="86526"/>
                    <a:pt x="981000" y="86526"/>
                  </a:cubicBezTo>
                  <a:cubicBezTo>
                    <a:pt x="1008000" y="86526"/>
                    <a:pt x="1030500" y="109895"/>
                    <a:pt x="1030500" y="135789"/>
                  </a:cubicBezTo>
                  <a:cubicBezTo>
                    <a:pt x="1029857" y="162316"/>
                    <a:pt x="1009286" y="185053"/>
                    <a:pt x="980357" y="185053"/>
                  </a:cubicBezTo>
                  <a:close/>
                  <a:moveTo>
                    <a:pt x="841500" y="70105"/>
                  </a:moveTo>
                  <a:cubicBezTo>
                    <a:pt x="827357" y="58737"/>
                    <a:pt x="810000" y="51789"/>
                    <a:pt x="790071" y="51789"/>
                  </a:cubicBezTo>
                  <a:cubicBezTo>
                    <a:pt x="743143" y="51789"/>
                    <a:pt x="707143" y="90316"/>
                    <a:pt x="707143" y="135789"/>
                  </a:cubicBezTo>
                  <a:cubicBezTo>
                    <a:pt x="707143" y="181263"/>
                    <a:pt x="744428" y="219158"/>
                    <a:pt x="790071" y="219158"/>
                  </a:cubicBezTo>
                  <a:cubicBezTo>
                    <a:pt x="810000" y="219158"/>
                    <a:pt x="828000" y="212842"/>
                    <a:pt x="841500" y="201474"/>
                  </a:cubicBezTo>
                  <a:lnTo>
                    <a:pt x="841500" y="214105"/>
                  </a:lnTo>
                  <a:lnTo>
                    <a:pt x="880714" y="214105"/>
                  </a:lnTo>
                  <a:lnTo>
                    <a:pt x="880714" y="56842"/>
                  </a:lnTo>
                  <a:lnTo>
                    <a:pt x="841500" y="56842"/>
                  </a:lnTo>
                  <a:lnTo>
                    <a:pt x="841500" y="70105"/>
                  </a:lnTo>
                  <a:close/>
                  <a:moveTo>
                    <a:pt x="793928" y="185053"/>
                  </a:moveTo>
                  <a:cubicBezTo>
                    <a:pt x="765000" y="185053"/>
                    <a:pt x="744428" y="162316"/>
                    <a:pt x="744428" y="135789"/>
                  </a:cubicBezTo>
                  <a:cubicBezTo>
                    <a:pt x="744428" y="109263"/>
                    <a:pt x="766286" y="86526"/>
                    <a:pt x="793928" y="86526"/>
                  </a:cubicBezTo>
                  <a:cubicBezTo>
                    <a:pt x="822214" y="86526"/>
                    <a:pt x="843429" y="110526"/>
                    <a:pt x="843429" y="136421"/>
                  </a:cubicBezTo>
                  <a:cubicBezTo>
                    <a:pt x="842786" y="162316"/>
                    <a:pt x="822857" y="185053"/>
                    <a:pt x="793928" y="185053"/>
                  </a:cubicBezTo>
                  <a:close/>
                  <a:moveTo>
                    <a:pt x="1240714" y="133263"/>
                  </a:moveTo>
                  <a:cubicBezTo>
                    <a:pt x="1240714" y="87158"/>
                    <a:pt x="1204714" y="51789"/>
                    <a:pt x="1157786" y="51789"/>
                  </a:cubicBezTo>
                  <a:cubicBezTo>
                    <a:pt x="1108928" y="51789"/>
                    <a:pt x="1073571" y="89684"/>
                    <a:pt x="1073571" y="136421"/>
                  </a:cubicBezTo>
                  <a:cubicBezTo>
                    <a:pt x="1073571" y="182526"/>
                    <a:pt x="1109571" y="219789"/>
                    <a:pt x="1157786" y="219789"/>
                  </a:cubicBezTo>
                  <a:cubicBezTo>
                    <a:pt x="1191857" y="219789"/>
                    <a:pt x="1224643" y="197053"/>
                    <a:pt x="1234928" y="165474"/>
                  </a:cubicBezTo>
                  <a:lnTo>
                    <a:pt x="1194429" y="165474"/>
                  </a:lnTo>
                  <a:cubicBezTo>
                    <a:pt x="1186714" y="179368"/>
                    <a:pt x="1173214" y="185684"/>
                    <a:pt x="1157786" y="185684"/>
                  </a:cubicBezTo>
                  <a:cubicBezTo>
                    <a:pt x="1134000" y="185684"/>
                    <a:pt x="1116643" y="167368"/>
                    <a:pt x="1113428" y="153474"/>
                  </a:cubicBezTo>
                  <a:lnTo>
                    <a:pt x="1238143" y="153474"/>
                  </a:lnTo>
                  <a:cubicBezTo>
                    <a:pt x="1240071" y="145895"/>
                    <a:pt x="1240714" y="139579"/>
                    <a:pt x="1240714" y="133263"/>
                  </a:cubicBezTo>
                  <a:close/>
                  <a:moveTo>
                    <a:pt x="1113428" y="122526"/>
                  </a:moveTo>
                  <a:cubicBezTo>
                    <a:pt x="1119214" y="98526"/>
                    <a:pt x="1137214" y="86526"/>
                    <a:pt x="1158428" y="86526"/>
                  </a:cubicBezTo>
                  <a:cubicBezTo>
                    <a:pt x="1182214" y="86526"/>
                    <a:pt x="1198286" y="99789"/>
                    <a:pt x="1202143" y="122526"/>
                  </a:cubicBezTo>
                  <a:lnTo>
                    <a:pt x="1113428" y="122526"/>
                  </a:lnTo>
                  <a:close/>
                  <a:moveTo>
                    <a:pt x="572786" y="135789"/>
                  </a:moveTo>
                  <a:cubicBezTo>
                    <a:pt x="572786" y="163579"/>
                    <a:pt x="593357" y="185053"/>
                    <a:pt x="621000" y="185053"/>
                  </a:cubicBezTo>
                  <a:cubicBezTo>
                    <a:pt x="637071" y="185053"/>
                    <a:pt x="648643" y="176211"/>
                    <a:pt x="656357" y="163579"/>
                  </a:cubicBezTo>
                  <a:lnTo>
                    <a:pt x="699428" y="163579"/>
                  </a:lnTo>
                  <a:cubicBezTo>
                    <a:pt x="685929" y="199579"/>
                    <a:pt x="655714" y="219789"/>
                    <a:pt x="619071" y="219789"/>
                  </a:cubicBezTo>
                  <a:cubicBezTo>
                    <a:pt x="572143" y="219789"/>
                    <a:pt x="534214" y="181895"/>
                    <a:pt x="534214" y="135158"/>
                  </a:cubicBezTo>
                  <a:cubicBezTo>
                    <a:pt x="534214" y="89684"/>
                    <a:pt x="572143" y="51789"/>
                    <a:pt x="619071" y="51789"/>
                  </a:cubicBezTo>
                  <a:cubicBezTo>
                    <a:pt x="655071" y="51789"/>
                    <a:pt x="687214" y="73263"/>
                    <a:pt x="699428" y="109263"/>
                  </a:cubicBezTo>
                  <a:lnTo>
                    <a:pt x="656357" y="109263"/>
                  </a:lnTo>
                  <a:cubicBezTo>
                    <a:pt x="648000" y="94737"/>
                    <a:pt x="637071" y="86526"/>
                    <a:pt x="619071" y="86526"/>
                  </a:cubicBezTo>
                  <a:cubicBezTo>
                    <a:pt x="592071" y="86526"/>
                    <a:pt x="572786" y="107368"/>
                    <a:pt x="572786" y="135789"/>
                  </a:cubicBezTo>
                  <a:close/>
                  <a:moveTo>
                    <a:pt x="525214" y="118105"/>
                  </a:moveTo>
                  <a:lnTo>
                    <a:pt x="525214" y="214105"/>
                  </a:lnTo>
                  <a:lnTo>
                    <a:pt x="486643" y="214105"/>
                  </a:lnTo>
                  <a:lnTo>
                    <a:pt x="486643" y="132632"/>
                  </a:lnTo>
                  <a:cubicBezTo>
                    <a:pt x="486643" y="99789"/>
                    <a:pt x="475714" y="86526"/>
                    <a:pt x="453857" y="86526"/>
                  </a:cubicBezTo>
                  <a:cubicBezTo>
                    <a:pt x="432000" y="86526"/>
                    <a:pt x="421714" y="101684"/>
                    <a:pt x="421714" y="133263"/>
                  </a:cubicBezTo>
                  <a:lnTo>
                    <a:pt x="421714" y="214737"/>
                  </a:lnTo>
                  <a:lnTo>
                    <a:pt x="383143" y="214737"/>
                  </a:lnTo>
                  <a:lnTo>
                    <a:pt x="383143" y="5053"/>
                  </a:lnTo>
                  <a:lnTo>
                    <a:pt x="421714" y="5053"/>
                  </a:lnTo>
                  <a:lnTo>
                    <a:pt x="421714" y="68211"/>
                  </a:lnTo>
                  <a:cubicBezTo>
                    <a:pt x="433286" y="57474"/>
                    <a:pt x="446786" y="51789"/>
                    <a:pt x="463500" y="51789"/>
                  </a:cubicBezTo>
                  <a:cubicBezTo>
                    <a:pt x="482786" y="51789"/>
                    <a:pt x="525214" y="65053"/>
                    <a:pt x="525214" y="118105"/>
                  </a:cubicBezTo>
                  <a:close/>
                </a:path>
              </a:pathLst>
            </a:custGeom>
            <a:solidFill>
              <a:srgbClr val="001A41"/>
            </a:solidFill>
            <a:ln w="64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" name="Freeform 5">
              <a:extLst>
                <a:ext uri="{FF2B5EF4-FFF2-40B4-BE49-F238E27FC236}">
                  <a16:creationId xmlns:a16="http://schemas.microsoft.com/office/drawing/2014/main" id="{94C1CACF-0366-5647-DB53-0203CFD8876C}"/>
                </a:ext>
              </a:extLst>
            </p:cNvPr>
            <p:cNvSpPr/>
            <p:nvPr/>
          </p:nvSpPr>
          <p:spPr>
            <a:xfrm>
              <a:off x="728819" y="720451"/>
              <a:ext cx="314999" cy="308842"/>
            </a:xfrm>
            <a:custGeom>
              <a:avLst/>
              <a:gdLst>
                <a:gd name="connsiteX0" fmla="*/ 315000 w 314999"/>
                <a:gd name="connsiteY0" fmla="*/ 154737 h 308842"/>
                <a:gd name="connsiteX1" fmla="*/ 157500 w 314999"/>
                <a:gd name="connsiteY1" fmla="*/ 0 h 308842"/>
                <a:gd name="connsiteX2" fmla="*/ 0 w 314999"/>
                <a:gd name="connsiteY2" fmla="*/ 154737 h 308842"/>
                <a:gd name="connsiteX3" fmla="*/ 147857 w 314999"/>
                <a:gd name="connsiteY3" fmla="*/ 308842 h 308842"/>
                <a:gd name="connsiteX4" fmla="*/ 211500 w 314999"/>
                <a:gd name="connsiteY4" fmla="*/ 176842 h 308842"/>
                <a:gd name="connsiteX5" fmla="*/ 190929 w 314999"/>
                <a:gd name="connsiteY5" fmla="*/ 98526 h 308842"/>
                <a:gd name="connsiteX6" fmla="*/ 246857 w 314999"/>
                <a:gd name="connsiteY6" fmla="*/ 79579 h 308842"/>
                <a:gd name="connsiteX7" fmla="*/ 291214 w 314999"/>
                <a:gd name="connsiteY7" fmla="*/ 171789 h 308842"/>
                <a:gd name="connsiteX8" fmla="*/ 288643 w 314999"/>
                <a:gd name="connsiteY8" fmla="*/ 240632 h 308842"/>
                <a:gd name="connsiteX9" fmla="*/ 315000 w 314999"/>
                <a:gd name="connsiteY9" fmla="*/ 154737 h 308842"/>
                <a:gd name="connsiteX10" fmla="*/ 175500 w 314999"/>
                <a:gd name="connsiteY10" fmla="*/ 73895 h 308842"/>
                <a:gd name="connsiteX11" fmla="*/ 122786 w 314999"/>
                <a:gd name="connsiteY11" fmla="*/ 27158 h 308842"/>
                <a:gd name="connsiteX12" fmla="*/ 222429 w 314999"/>
                <a:gd name="connsiteY12" fmla="*/ 58105 h 308842"/>
                <a:gd name="connsiteX13" fmla="*/ 175500 w 314999"/>
                <a:gd name="connsiteY13" fmla="*/ 73895 h 3088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14999" h="308842">
                  <a:moveTo>
                    <a:pt x="315000" y="154737"/>
                  </a:moveTo>
                  <a:cubicBezTo>
                    <a:pt x="315000" y="69474"/>
                    <a:pt x="244286" y="0"/>
                    <a:pt x="157500" y="0"/>
                  </a:cubicBezTo>
                  <a:cubicBezTo>
                    <a:pt x="70714" y="0"/>
                    <a:pt x="0" y="69474"/>
                    <a:pt x="0" y="154737"/>
                  </a:cubicBezTo>
                  <a:cubicBezTo>
                    <a:pt x="0" y="236842"/>
                    <a:pt x="65571" y="304421"/>
                    <a:pt x="147857" y="308842"/>
                  </a:cubicBezTo>
                  <a:cubicBezTo>
                    <a:pt x="163286" y="296211"/>
                    <a:pt x="211500" y="250737"/>
                    <a:pt x="211500" y="176842"/>
                  </a:cubicBezTo>
                  <a:cubicBezTo>
                    <a:pt x="211500" y="156000"/>
                    <a:pt x="204429" y="118737"/>
                    <a:pt x="190929" y="98526"/>
                  </a:cubicBezTo>
                  <a:lnTo>
                    <a:pt x="246857" y="79579"/>
                  </a:lnTo>
                  <a:cubicBezTo>
                    <a:pt x="246857" y="79579"/>
                    <a:pt x="282214" y="115579"/>
                    <a:pt x="291214" y="171789"/>
                  </a:cubicBezTo>
                  <a:cubicBezTo>
                    <a:pt x="291214" y="171789"/>
                    <a:pt x="297000" y="208421"/>
                    <a:pt x="288643" y="240632"/>
                  </a:cubicBezTo>
                  <a:cubicBezTo>
                    <a:pt x="305357" y="216000"/>
                    <a:pt x="315000" y="186316"/>
                    <a:pt x="315000" y="154737"/>
                  </a:cubicBezTo>
                  <a:close/>
                  <a:moveTo>
                    <a:pt x="175500" y="73895"/>
                  </a:moveTo>
                  <a:cubicBezTo>
                    <a:pt x="175500" y="73895"/>
                    <a:pt x="160071" y="49895"/>
                    <a:pt x="122786" y="27158"/>
                  </a:cubicBezTo>
                  <a:cubicBezTo>
                    <a:pt x="122786" y="27158"/>
                    <a:pt x="176786" y="26526"/>
                    <a:pt x="222429" y="58105"/>
                  </a:cubicBezTo>
                  <a:lnTo>
                    <a:pt x="175500" y="73895"/>
                  </a:lnTo>
                  <a:close/>
                </a:path>
              </a:pathLst>
            </a:custGeom>
            <a:solidFill>
              <a:srgbClr val="19BEE7"/>
            </a:solidFill>
            <a:ln w="64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91432224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C1AE51FD-9722-0E42-9065-BCA1E907795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9999" y="4680000"/>
            <a:ext cx="6228000" cy="360000"/>
          </a:xfrm>
        </p:spPr>
        <p:txBody>
          <a:bodyPr wrap="square">
            <a:noAutofit/>
          </a:bodyPr>
          <a:lstStyle>
            <a:lvl1pPr marL="0" indent="0">
              <a:buNone/>
              <a:defRPr sz="2400" b="0" i="0">
                <a:solidFill>
                  <a:schemeClr val="bg1"/>
                </a:solidFill>
                <a:latin typeface="+mn-lt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 dirty="0"/>
              <a:t>Click to edit Master text styles</a:t>
            </a:r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784E259E-4EF9-0841-80A0-E3CEA5CDF67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720000" y="2050828"/>
            <a:ext cx="6228000" cy="2322000"/>
          </a:xfrm>
        </p:spPr>
        <p:txBody>
          <a:bodyPr/>
          <a:lstStyle>
            <a:lvl1pPr marL="0" indent="0">
              <a:lnSpc>
                <a:spcPct val="74000"/>
              </a:lnSpc>
              <a:buNone/>
              <a:defRPr sz="6600" b="1" i="0" cap="all" spc="-160" baseline="0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89E6A046-3A51-997E-73CC-2303989D233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616962" y="697083"/>
            <a:ext cx="1825714" cy="359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522775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Slide 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C1AE51FD-9722-0E42-9065-BCA1E907795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9999" y="4680000"/>
            <a:ext cx="6228000" cy="360000"/>
          </a:xfrm>
        </p:spPr>
        <p:txBody>
          <a:bodyPr wrap="square">
            <a:noAutofit/>
          </a:bodyPr>
          <a:lstStyle>
            <a:lvl1pPr marL="0" indent="0">
              <a:buNone/>
              <a:defRPr sz="2400" b="0" i="0">
                <a:solidFill>
                  <a:srgbClr val="001A41"/>
                </a:solidFill>
                <a:latin typeface="+mn-lt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 dirty="0"/>
              <a:t>Click to edit Master text styles</a:t>
            </a:r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784E259E-4EF9-0841-80A0-E3CEA5CDF67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720000" y="2050828"/>
            <a:ext cx="6228000" cy="2322000"/>
          </a:xfrm>
        </p:spPr>
        <p:txBody>
          <a:bodyPr/>
          <a:lstStyle>
            <a:lvl1pPr marL="0" indent="0">
              <a:lnSpc>
                <a:spcPct val="74000"/>
              </a:lnSpc>
              <a:buNone/>
              <a:defRPr sz="6600" b="1" i="0" cap="all" spc="-160" baseline="0">
                <a:solidFill>
                  <a:srgbClr val="001A41"/>
                </a:solidFill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grpSp>
        <p:nvGrpSpPr>
          <p:cNvPr id="2" name="Graphic 2">
            <a:extLst>
              <a:ext uri="{FF2B5EF4-FFF2-40B4-BE49-F238E27FC236}">
                <a16:creationId xmlns:a16="http://schemas.microsoft.com/office/drawing/2014/main" id="{E06749D7-7BEF-8F88-A1FA-A3D4E4DE62C4}"/>
              </a:ext>
            </a:extLst>
          </p:cNvPr>
          <p:cNvGrpSpPr/>
          <p:nvPr userDrawn="1"/>
        </p:nvGrpSpPr>
        <p:grpSpPr>
          <a:xfrm>
            <a:off x="728819" y="720451"/>
            <a:ext cx="1613571" cy="311367"/>
            <a:chOff x="728819" y="720451"/>
            <a:chExt cx="1613571" cy="311367"/>
          </a:xfrm>
        </p:grpSpPr>
        <p:sp>
          <p:nvSpPr>
            <p:cNvPr id="3" name="Freeform 2">
              <a:extLst>
                <a:ext uri="{FF2B5EF4-FFF2-40B4-BE49-F238E27FC236}">
                  <a16:creationId xmlns:a16="http://schemas.microsoft.com/office/drawing/2014/main" id="{512B8B79-87C4-E89D-A2A7-21D5A213E17A}"/>
                </a:ext>
              </a:extLst>
            </p:cNvPr>
            <p:cNvSpPr/>
            <p:nvPr/>
          </p:nvSpPr>
          <p:spPr>
            <a:xfrm>
              <a:off x="1101676" y="764661"/>
              <a:ext cx="1240714" cy="267157"/>
            </a:xfrm>
            <a:custGeom>
              <a:avLst/>
              <a:gdLst>
                <a:gd name="connsiteX0" fmla="*/ 200571 w 1240714"/>
                <a:gd name="connsiteY0" fmla="*/ 121263 h 267157"/>
                <a:gd name="connsiteX1" fmla="*/ 200571 w 1240714"/>
                <a:gd name="connsiteY1" fmla="*/ 214105 h 267157"/>
                <a:gd name="connsiteX2" fmla="*/ 162000 w 1240714"/>
                <a:gd name="connsiteY2" fmla="*/ 214105 h 267157"/>
                <a:gd name="connsiteX3" fmla="*/ 162000 w 1240714"/>
                <a:gd name="connsiteY3" fmla="*/ 135158 h 267157"/>
                <a:gd name="connsiteX4" fmla="*/ 129857 w 1240714"/>
                <a:gd name="connsiteY4" fmla="*/ 85894 h 267157"/>
                <a:gd name="connsiteX5" fmla="*/ 96429 w 1240714"/>
                <a:gd name="connsiteY5" fmla="*/ 128210 h 267157"/>
                <a:gd name="connsiteX6" fmla="*/ 96429 w 1240714"/>
                <a:gd name="connsiteY6" fmla="*/ 214105 h 267157"/>
                <a:gd name="connsiteX7" fmla="*/ 57857 w 1240714"/>
                <a:gd name="connsiteY7" fmla="*/ 214105 h 267157"/>
                <a:gd name="connsiteX8" fmla="*/ 57857 w 1240714"/>
                <a:gd name="connsiteY8" fmla="*/ 56842 h 267157"/>
                <a:gd name="connsiteX9" fmla="*/ 93857 w 1240714"/>
                <a:gd name="connsiteY9" fmla="*/ 56842 h 267157"/>
                <a:gd name="connsiteX10" fmla="*/ 93857 w 1240714"/>
                <a:gd name="connsiteY10" fmla="*/ 70737 h 267157"/>
                <a:gd name="connsiteX11" fmla="*/ 138214 w 1240714"/>
                <a:gd name="connsiteY11" fmla="*/ 51789 h 267157"/>
                <a:gd name="connsiteX12" fmla="*/ 200571 w 1240714"/>
                <a:gd name="connsiteY12" fmla="*/ 121263 h 267157"/>
                <a:gd name="connsiteX13" fmla="*/ 1286 w 1240714"/>
                <a:gd name="connsiteY13" fmla="*/ 56842 h 267157"/>
                <a:gd name="connsiteX14" fmla="*/ 40500 w 1240714"/>
                <a:gd name="connsiteY14" fmla="*/ 56842 h 267157"/>
                <a:gd name="connsiteX15" fmla="*/ 40500 w 1240714"/>
                <a:gd name="connsiteY15" fmla="*/ 214105 h 267157"/>
                <a:gd name="connsiteX16" fmla="*/ 1286 w 1240714"/>
                <a:gd name="connsiteY16" fmla="*/ 214105 h 267157"/>
                <a:gd name="connsiteX17" fmla="*/ 1286 w 1240714"/>
                <a:gd name="connsiteY17" fmla="*/ 56842 h 267157"/>
                <a:gd name="connsiteX18" fmla="*/ 247500 w 1240714"/>
                <a:gd name="connsiteY18" fmla="*/ 135789 h 267157"/>
                <a:gd name="connsiteX19" fmla="*/ 295714 w 1240714"/>
                <a:gd name="connsiteY19" fmla="*/ 185052 h 267157"/>
                <a:gd name="connsiteX20" fmla="*/ 331071 w 1240714"/>
                <a:gd name="connsiteY20" fmla="*/ 163578 h 267157"/>
                <a:gd name="connsiteX21" fmla="*/ 374143 w 1240714"/>
                <a:gd name="connsiteY21" fmla="*/ 163578 h 267157"/>
                <a:gd name="connsiteX22" fmla="*/ 293786 w 1240714"/>
                <a:gd name="connsiteY22" fmla="*/ 219789 h 267157"/>
                <a:gd name="connsiteX23" fmla="*/ 208929 w 1240714"/>
                <a:gd name="connsiteY23" fmla="*/ 135158 h 267157"/>
                <a:gd name="connsiteX24" fmla="*/ 293786 w 1240714"/>
                <a:gd name="connsiteY24" fmla="*/ 51789 h 267157"/>
                <a:gd name="connsiteX25" fmla="*/ 374143 w 1240714"/>
                <a:gd name="connsiteY25" fmla="*/ 109263 h 267157"/>
                <a:gd name="connsiteX26" fmla="*/ 331071 w 1240714"/>
                <a:gd name="connsiteY26" fmla="*/ 109263 h 267157"/>
                <a:gd name="connsiteX27" fmla="*/ 293786 w 1240714"/>
                <a:gd name="connsiteY27" fmla="*/ 86526 h 267157"/>
                <a:gd name="connsiteX28" fmla="*/ 247500 w 1240714"/>
                <a:gd name="connsiteY28" fmla="*/ 135789 h 267157"/>
                <a:gd name="connsiteX29" fmla="*/ 43714 w 1240714"/>
                <a:gd name="connsiteY29" fmla="*/ 21474 h 267157"/>
                <a:gd name="connsiteX30" fmla="*/ 21857 w 1240714"/>
                <a:gd name="connsiteY30" fmla="*/ 42947 h 267157"/>
                <a:gd name="connsiteX31" fmla="*/ 0 w 1240714"/>
                <a:gd name="connsiteY31" fmla="*/ 21474 h 267157"/>
                <a:gd name="connsiteX32" fmla="*/ 21857 w 1240714"/>
                <a:gd name="connsiteY32" fmla="*/ 0 h 267157"/>
                <a:gd name="connsiteX33" fmla="*/ 43714 w 1240714"/>
                <a:gd name="connsiteY33" fmla="*/ 21474 h 267157"/>
                <a:gd name="connsiteX34" fmla="*/ 984857 w 1240714"/>
                <a:gd name="connsiteY34" fmla="*/ 51789 h 267157"/>
                <a:gd name="connsiteX35" fmla="*/ 933428 w 1240714"/>
                <a:gd name="connsiteY35" fmla="*/ 70105 h 267157"/>
                <a:gd name="connsiteX36" fmla="*/ 933428 w 1240714"/>
                <a:gd name="connsiteY36" fmla="*/ 57474 h 267157"/>
                <a:gd name="connsiteX37" fmla="*/ 894214 w 1240714"/>
                <a:gd name="connsiteY37" fmla="*/ 57474 h 267157"/>
                <a:gd name="connsiteX38" fmla="*/ 894214 w 1240714"/>
                <a:gd name="connsiteY38" fmla="*/ 267157 h 267157"/>
                <a:gd name="connsiteX39" fmla="*/ 933428 w 1240714"/>
                <a:gd name="connsiteY39" fmla="*/ 267157 h 267157"/>
                <a:gd name="connsiteX40" fmla="*/ 933428 w 1240714"/>
                <a:gd name="connsiteY40" fmla="*/ 201473 h 267157"/>
                <a:gd name="connsiteX41" fmla="*/ 984857 w 1240714"/>
                <a:gd name="connsiteY41" fmla="*/ 219157 h 267157"/>
                <a:gd name="connsiteX42" fmla="*/ 1067786 w 1240714"/>
                <a:gd name="connsiteY42" fmla="*/ 135789 h 267157"/>
                <a:gd name="connsiteX43" fmla="*/ 984857 w 1240714"/>
                <a:gd name="connsiteY43" fmla="*/ 51789 h 267157"/>
                <a:gd name="connsiteX44" fmla="*/ 980357 w 1240714"/>
                <a:gd name="connsiteY44" fmla="*/ 185052 h 267157"/>
                <a:gd name="connsiteX45" fmla="*/ 931500 w 1240714"/>
                <a:gd name="connsiteY45" fmla="*/ 136421 h 267157"/>
                <a:gd name="connsiteX46" fmla="*/ 981000 w 1240714"/>
                <a:gd name="connsiteY46" fmla="*/ 86526 h 267157"/>
                <a:gd name="connsiteX47" fmla="*/ 1030500 w 1240714"/>
                <a:gd name="connsiteY47" fmla="*/ 135789 h 267157"/>
                <a:gd name="connsiteX48" fmla="*/ 980357 w 1240714"/>
                <a:gd name="connsiteY48" fmla="*/ 185052 h 267157"/>
                <a:gd name="connsiteX49" fmla="*/ 841500 w 1240714"/>
                <a:gd name="connsiteY49" fmla="*/ 70105 h 267157"/>
                <a:gd name="connsiteX50" fmla="*/ 790071 w 1240714"/>
                <a:gd name="connsiteY50" fmla="*/ 51789 h 267157"/>
                <a:gd name="connsiteX51" fmla="*/ 707143 w 1240714"/>
                <a:gd name="connsiteY51" fmla="*/ 135789 h 267157"/>
                <a:gd name="connsiteX52" fmla="*/ 790071 w 1240714"/>
                <a:gd name="connsiteY52" fmla="*/ 219157 h 267157"/>
                <a:gd name="connsiteX53" fmla="*/ 841500 w 1240714"/>
                <a:gd name="connsiteY53" fmla="*/ 201473 h 267157"/>
                <a:gd name="connsiteX54" fmla="*/ 841500 w 1240714"/>
                <a:gd name="connsiteY54" fmla="*/ 214105 h 267157"/>
                <a:gd name="connsiteX55" fmla="*/ 880714 w 1240714"/>
                <a:gd name="connsiteY55" fmla="*/ 214105 h 267157"/>
                <a:gd name="connsiteX56" fmla="*/ 880714 w 1240714"/>
                <a:gd name="connsiteY56" fmla="*/ 56842 h 267157"/>
                <a:gd name="connsiteX57" fmla="*/ 841500 w 1240714"/>
                <a:gd name="connsiteY57" fmla="*/ 56842 h 267157"/>
                <a:gd name="connsiteX58" fmla="*/ 841500 w 1240714"/>
                <a:gd name="connsiteY58" fmla="*/ 70105 h 267157"/>
                <a:gd name="connsiteX59" fmla="*/ 793928 w 1240714"/>
                <a:gd name="connsiteY59" fmla="*/ 185052 h 267157"/>
                <a:gd name="connsiteX60" fmla="*/ 744428 w 1240714"/>
                <a:gd name="connsiteY60" fmla="*/ 135789 h 267157"/>
                <a:gd name="connsiteX61" fmla="*/ 793928 w 1240714"/>
                <a:gd name="connsiteY61" fmla="*/ 86526 h 267157"/>
                <a:gd name="connsiteX62" fmla="*/ 843429 w 1240714"/>
                <a:gd name="connsiteY62" fmla="*/ 136421 h 267157"/>
                <a:gd name="connsiteX63" fmla="*/ 793928 w 1240714"/>
                <a:gd name="connsiteY63" fmla="*/ 185052 h 267157"/>
                <a:gd name="connsiteX64" fmla="*/ 1240714 w 1240714"/>
                <a:gd name="connsiteY64" fmla="*/ 133263 h 267157"/>
                <a:gd name="connsiteX65" fmla="*/ 1157786 w 1240714"/>
                <a:gd name="connsiteY65" fmla="*/ 51789 h 267157"/>
                <a:gd name="connsiteX66" fmla="*/ 1073571 w 1240714"/>
                <a:gd name="connsiteY66" fmla="*/ 136421 h 267157"/>
                <a:gd name="connsiteX67" fmla="*/ 1157786 w 1240714"/>
                <a:gd name="connsiteY67" fmla="*/ 219789 h 267157"/>
                <a:gd name="connsiteX68" fmla="*/ 1234928 w 1240714"/>
                <a:gd name="connsiteY68" fmla="*/ 165473 h 267157"/>
                <a:gd name="connsiteX69" fmla="*/ 1194429 w 1240714"/>
                <a:gd name="connsiteY69" fmla="*/ 165473 h 267157"/>
                <a:gd name="connsiteX70" fmla="*/ 1157786 w 1240714"/>
                <a:gd name="connsiteY70" fmla="*/ 185684 h 267157"/>
                <a:gd name="connsiteX71" fmla="*/ 1113428 w 1240714"/>
                <a:gd name="connsiteY71" fmla="*/ 153473 h 267157"/>
                <a:gd name="connsiteX72" fmla="*/ 1238143 w 1240714"/>
                <a:gd name="connsiteY72" fmla="*/ 153473 h 267157"/>
                <a:gd name="connsiteX73" fmla="*/ 1240714 w 1240714"/>
                <a:gd name="connsiteY73" fmla="*/ 133263 h 267157"/>
                <a:gd name="connsiteX74" fmla="*/ 1113428 w 1240714"/>
                <a:gd name="connsiteY74" fmla="*/ 122526 h 267157"/>
                <a:gd name="connsiteX75" fmla="*/ 1158428 w 1240714"/>
                <a:gd name="connsiteY75" fmla="*/ 86526 h 267157"/>
                <a:gd name="connsiteX76" fmla="*/ 1202143 w 1240714"/>
                <a:gd name="connsiteY76" fmla="*/ 122526 h 267157"/>
                <a:gd name="connsiteX77" fmla="*/ 1113428 w 1240714"/>
                <a:gd name="connsiteY77" fmla="*/ 122526 h 267157"/>
                <a:gd name="connsiteX78" fmla="*/ 572786 w 1240714"/>
                <a:gd name="connsiteY78" fmla="*/ 135789 h 267157"/>
                <a:gd name="connsiteX79" fmla="*/ 621000 w 1240714"/>
                <a:gd name="connsiteY79" fmla="*/ 185052 h 267157"/>
                <a:gd name="connsiteX80" fmla="*/ 656357 w 1240714"/>
                <a:gd name="connsiteY80" fmla="*/ 163578 h 267157"/>
                <a:gd name="connsiteX81" fmla="*/ 699428 w 1240714"/>
                <a:gd name="connsiteY81" fmla="*/ 163578 h 267157"/>
                <a:gd name="connsiteX82" fmla="*/ 619071 w 1240714"/>
                <a:gd name="connsiteY82" fmla="*/ 219789 h 267157"/>
                <a:gd name="connsiteX83" fmla="*/ 534214 w 1240714"/>
                <a:gd name="connsiteY83" fmla="*/ 135158 h 267157"/>
                <a:gd name="connsiteX84" fmla="*/ 619071 w 1240714"/>
                <a:gd name="connsiteY84" fmla="*/ 51789 h 267157"/>
                <a:gd name="connsiteX85" fmla="*/ 699428 w 1240714"/>
                <a:gd name="connsiteY85" fmla="*/ 109263 h 267157"/>
                <a:gd name="connsiteX86" fmla="*/ 656357 w 1240714"/>
                <a:gd name="connsiteY86" fmla="*/ 109263 h 267157"/>
                <a:gd name="connsiteX87" fmla="*/ 619071 w 1240714"/>
                <a:gd name="connsiteY87" fmla="*/ 86526 h 267157"/>
                <a:gd name="connsiteX88" fmla="*/ 572786 w 1240714"/>
                <a:gd name="connsiteY88" fmla="*/ 135789 h 267157"/>
                <a:gd name="connsiteX89" fmla="*/ 525214 w 1240714"/>
                <a:gd name="connsiteY89" fmla="*/ 118105 h 267157"/>
                <a:gd name="connsiteX90" fmla="*/ 525214 w 1240714"/>
                <a:gd name="connsiteY90" fmla="*/ 214105 h 267157"/>
                <a:gd name="connsiteX91" fmla="*/ 486643 w 1240714"/>
                <a:gd name="connsiteY91" fmla="*/ 214105 h 267157"/>
                <a:gd name="connsiteX92" fmla="*/ 486643 w 1240714"/>
                <a:gd name="connsiteY92" fmla="*/ 132631 h 267157"/>
                <a:gd name="connsiteX93" fmla="*/ 453857 w 1240714"/>
                <a:gd name="connsiteY93" fmla="*/ 86526 h 267157"/>
                <a:gd name="connsiteX94" fmla="*/ 421714 w 1240714"/>
                <a:gd name="connsiteY94" fmla="*/ 133263 h 267157"/>
                <a:gd name="connsiteX95" fmla="*/ 421714 w 1240714"/>
                <a:gd name="connsiteY95" fmla="*/ 214736 h 267157"/>
                <a:gd name="connsiteX96" fmla="*/ 383143 w 1240714"/>
                <a:gd name="connsiteY96" fmla="*/ 214736 h 267157"/>
                <a:gd name="connsiteX97" fmla="*/ 383143 w 1240714"/>
                <a:gd name="connsiteY97" fmla="*/ 5053 h 267157"/>
                <a:gd name="connsiteX98" fmla="*/ 421714 w 1240714"/>
                <a:gd name="connsiteY98" fmla="*/ 5053 h 267157"/>
                <a:gd name="connsiteX99" fmla="*/ 421714 w 1240714"/>
                <a:gd name="connsiteY99" fmla="*/ 68210 h 267157"/>
                <a:gd name="connsiteX100" fmla="*/ 463500 w 1240714"/>
                <a:gd name="connsiteY100" fmla="*/ 51789 h 267157"/>
                <a:gd name="connsiteX101" fmla="*/ 525214 w 1240714"/>
                <a:gd name="connsiteY101" fmla="*/ 118105 h 26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</a:cxnLst>
              <a:rect l="l" t="t" r="r" b="b"/>
              <a:pathLst>
                <a:path w="1240714" h="267157">
                  <a:moveTo>
                    <a:pt x="200571" y="121263"/>
                  </a:moveTo>
                  <a:lnTo>
                    <a:pt x="200571" y="214105"/>
                  </a:lnTo>
                  <a:lnTo>
                    <a:pt x="162000" y="214105"/>
                  </a:lnTo>
                  <a:lnTo>
                    <a:pt x="162000" y="135158"/>
                  </a:lnTo>
                  <a:cubicBezTo>
                    <a:pt x="162000" y="102947"/>
                    <a:pt x="151071" y="85894"/>
                    <a:pt x="129857" y="85894"/>
                  </a:cubicBezTo>
                  <a:cubicBezTo>
                    <a:pt x="118286" y="85894"/>
                    <a:pt x="96429" y="93473"/>
                    <a:pt x="96429" y="128210"/>
                  </a:cubicBezTo>
                  <a:lnTo>
                    <a:pt x="96429" y="214105"/>
                  </a:lnTo>
                  <a:lnTo>
                    <a:pt x="57857" y="214105"/>
                  </a:lnTo>
                  <a:lnTo>
                    <a:pt x="57857" y="56842"/>
                  </a:lnTo>
                  <a:lnTo>
                    <a:pt x="93857" y="56842"/>
                  </a:lnTo>
                  <a:lnTo>
                    <a:pt x="93857" y="70737"/>
                  </a:lnTo>
                  <a:cubicBezTo>
                    <a:pt x="106714" y="58737"/>
                    <a:pt x="119571" y="51789"/>
                    <a:pt x="138214" y="51789"/>
                  </a:cubicBezTo>
                  <a:cubicBezTo>
                    <a:pt x="158786" y="51789"/>
                    <a:pt x="200571" y="64421"/>
                    <a:pt x="200571" y="121263"/>
                  </a:cubicBezTo>
                  <a:close/>
                  <a:moveTo>
                    <a:pt x="1286" y="56842"/>
                  </a:moveTo>
                  <a:lnTo>
                    <a:pt x="40500" y="56842"/>
                  </a:lnTo>
                  <a:lnTo>
                    <a:pt x="40500" y="214105"/>
                  </a:lnTo>
                  <a:lnTo>
                    <a:pt x="1286" y="214105"/>
                  </a:lnTo>
                  <a:lnTo>
                    <a:pt x="1286" y="56842"/>
                  </a:lnTo>
                  <a:close/>
                  <a:moveTo>
                    <a:pt x="247500" y="135789"/>
                  </a:moveTo>
                  <a:cubicBezTo>
                    <a:pt x="247500" y="163578"/>
                    <a:pt x="268071" y="185052"/>
                    <a:pt x="295714" y="185052"/>
                  </a:cubicBezTo>
                  <a:cubicBezTo>
                    <a:pt x="311786" y="185052"/>
                    <a:pt x="323357" y="176210"/>
                    <a:pt x="331071" y="163578"/>
                  </a:cubicBezTo>
                  <a:lnTo>
                    <a:pt x="374143" y="163578"/>
                  </a:lnTo>
                  <a:cubicBezTo>
                    <a:pt x="360643" y="199578"/>
                    <a:pt x="330429" y="219789"/>
                    <a:pt x="293786" y="219789"/>
                  </a:cubicBezTo>
                  <a:cubicBezTo>
                    <a:pt x="246857" y="219789"/>
                    <a:pt x="208929" y="181894"/>
                    <a:pt x="208929" y="135158"/>
                  </a:cubicBezTo>
                  <a:cubicBezTo>
                    <a:pt x="208929" y="89684"/>
                    <a:pt x="246857" y="51789"/>
                    <a:pt x="293786" y="51789"/>
                  </a:cubicBezTo>
                  <a:cubicBezTo>
                    <a:pt x="329786" y="51789"/>
                    <a:pt x="361929" y="73263"/>
                    <a:pt x="374143" y="109263"/>
                  </a:cubicBezTo>
                  <a:lnTo>
                    <a:pt x="331071" y="109263"/>
                  </a:lnTo>
                  <a:cubicBezTo>
                    <a:pt x="322714" y="94737"/>
                    <a:pt x="311786" y="86526"/>
                    <a:pt x="293786" y="86526"/>
                  </a:cubicBezTo>
                  <a:cubicBezTo>
                    <a:pt x="266786" y="86526"/>
                    <a:pt x="247500" y="107368"/>
                    <a:pt x="247500" y="135789"/>
                  </a:cubicBezTo>
                  <a:close/>
                  <a:moveTo>
                    <a:pt x="43714" y="21474"/>
                  </a:moveTo>
                  <a:cubicBezTo>
                    <a:pt x="43714" y="33474"/>
                    <a:pt x="34071" y="42947"/>
                    <a:pt x="21857" y="42947"/>
                  </a:cubicBezTo>
                  <a:cubicBezTo>
                    <a:pt x="9643" y="42947"/>
                    <a:pt x="0" y="33474"/>
                    <a:pt x="0" y="21474"/>
                  </a:cubicBezTo>
                  <a:cubicBezTo>
                    <a:pt x="0" y="9474"/>
                    <a:pt x="9643" y="0"/>
                    <a:pt x="21857" y="0"/>
                  </a:cubicBezTo>
                  <a:cubicBezTo>
                    <a:pt x="34071" y="0"/>
                    <a:pt x="43714" y="9474"/>
                    <a:pt x="43714" y="21474"/>
                  </a:cubicBezTo>
                  <a:close/>
                  <a:moveTo>
                    <a:pt x="984857" y="51789"/>
                  </a:moveTo>
                  <a:cubicBezTo>
                    <a:pt x="964928" y="51789"/>
                    <a:pt x="946928" y="58737"/>
                    <a:pt x="933428" y="70105"/>
                  </a:cubicBezTo>
                  <a:lnTo>
                    <a:pt x="933428" y="57474"/>
                  </a:lnTo>
                  <a:lnTo>
                    <a:pt x="894214" y="57474"/>
                  </a:lnTo>
                  <a:lnTo>
                    <a:pt x="894214" y="267157"/>
                  </a:lnTo>
                  <a:lnTo>
                    <a:pt x="933428" y="267157"/>
                  </a:lnTo>
                  <a:lnTo>
                    <a:pt x="933428" y="201473"/>
                  </a:lnTo>
                  <a:cubicBezTo>
                    <a:pt x="947571" y="212842"/>
                    <a:pt x="964928" y="219157"/>
                    <a:pt x="984857" y="219157"/>
                  </a:cubicBezTo>
                  <a:cubicBezTo>
                    <a:pt x="1030500" y="219157"/>
                    <a:pt x="1067786" y="180631"/>
                    <a:pt x="1067786" y="135789"/>
                  </a:cubicBezTo>
                  <a:cubicBezTo>
                    <a:pt x="1067786" y="90316"/>
                    <a:pt x="1031786" y="51789"/>
                    <a:pt x="984857" y="51789"/>
                  </a:cubicBezTo>
                  <a:close/>
                  <a:moveTo>
                    <a:pt x="980357" y="185052"/>
                  </a:moveTo>
                  <a:cubicBezTo>
                    <a:pt x="952071" y="185052"/>
                    <a:pt x="931500" y="162315"/>
                    <a:pt x="931500" y="136421"/>
                  </a:cubicBezTo>
                  <a:cubicBezTo>
                    <a:pt x="931500" y="110526"/>
                    <a:pt x="952071" y="86526"/>
                    <a:pt x="981000" y="86526"/>
                  </a:cubicBezTo>
                  <a:cubicBezTo>
                    <a:pt x="1008000" y="86526"/>
                    <a:pt x="1030500" y="109894"/>
                    <a:pt x="1030500" y="135789"/>
                  </a:cubicBezTo>
                  <a:cubicBezTo>
                    <a:pt x="1029857" y="162315"/>
                    <a:pt x="1009286" y="185052"/>
                    <a:pt x="980357" y="185052"/>
                  </a:cubicBezTo>
                  <a:close/>
                  <a:moveTo>
                    <a:pt x="841500" y="70105"/>
                  </a:moveTo>
                  <a:cubicBezTo>
                    <a:pt x="827357" y="58737"/>
                    <a:pt x="810000" y="51789"/>
                    <a:pt x="790071" y="51789"/>
                  </a:cubicBezTo>
                  <a:cubicBezTo>
                    <a:pt x="743143" y="51789"/>
                    <a:pt x="707143" y="90316"/>
                    <a:pt x="707143" y="135789"/>
                  </a:cubicBezTo>
                  <a:cubicBezTo>
                    <a:pt x="707143" y="181263"/>
                    <a:pt x="744428" y="219157"/>
                    <a:pt x="790071" y="219157"/>
                  </a:cubicBezTo>
                  <a:cubicBezTo>
                    <a:pt x="810000" y="219157"/>
                    <a:pt x="828000" y="212842"/>
                    <a:pt x="841500" y="201473"/>
                  </a:cubicBezTo>
                  <a:lnTo>
                    <a:pt x="841500" y="214105"/>
                  </a:lnTo>
                  <a:lnTo>
                    <a:pt x="880714" y="214105"/>
                  </a:lnTo>
                  <a:lnTo>
                    <a:pt x="880714" y="56842"/>
                  </a:lnTo>
                  <a:lnTo>
                    <a:pt x="841500" y="56842"/>
                  </a:lnTo>
                  <a:lnTo>
                    <a:pt x="841500" y="70105"/>
                  </a:lnTo>
                  <a:close/>
                  <a:moveTo>
                    <a:pt x="793928" y="185052"/>
                  </a:moveTo>
                  <a:cubicBezTo>
                    <a:pt x="765000" y="185052"/>
                    <a:pt x="744428" y="162315"/>
                    <a:pt x="744428" y="135789"/>
                  </a:cubicBezTo>
                  <a:cubicBezTo>
                    <a:pt x="744428" y="109263"/>
                    <a:pt x="766286" y="86526"/>
                    <a:pt x="793928" y="86526"/>
                  </a:cubicBezTo>
                  <a:cubicBezTo>
                    <a:pt x="822214" y="86526"/>
                    <a:pt x="843429" y="110526"/>
                    <a:pt x="843429" y="136421"/>
                  </a:cubicBezTo>
                  <a:cubicBezTo>
                    <a:pt x="842786" y="162315"/>
                    <a:pt x="822857" y="185052"/>
                    <a:pt x="793928" y="185052"/>
                  </a:cubicBezTo>
                  <a:close/>
                  <a:moveTo>
                    <a:pt x="1240714" y="133263"/>
                  </a:moveTo>
                  <a:cubicBezTo>
                    <a:pt x="1240714" y="87158"/>
                    <a:pt x="1204714" y="51789"/>
                    <a:pt x="1157786" y="51789"/>
                  </a:cubicBezTo>
                  <a:cubicBezTo>
                    <a:pt x="1108928" y="51789"/>
                    <a:pt x="1073571" y="89684"/>
                    <a:pt x="1073571" y="136421"/>
                  </a:cubicBezTo>
                  <a:cubicBezTo>
                    <a:pt x="1073571" y="182526"/>
                    <a:pt x="1109571" y="219789"/>
                    <a:pt x="1157786" y="219789"/>
                  </a:cubicBezTo>
                  <a:cubicBezTo>
                    <a:pt x="1191857" y="219789"/>
                    <a:pt x="1224643" y="197052"/>
                    <a:pt x="1234928" y="165473"/>
                  </a:cubicBezTo>
                  <a:lnTo>
                    <a:pt x="1194429" y="165473"/>
                  </a:lnTo>
                  <a:cubicBezTo>
                    <a:pt x="1186714" y="179368"/>
                    <a:pt x="1173214" y="185684"/>
                    <a:pt x="1157786" y="185684"/>
                  </a:cubicBezTo>
                  <a:cubicBezTo>
                    <a:pt x="1134000" y="185684"/>
                    <a:pt x="1116643" y="167368"/>
                    <a:pt x="1113428" y="153473"/>
                  </a:cubicBezTo>
                  <a:lnTo>
                    <a:pt x="1238143" y="153473"/>
                  </a:lnTo>
                  <a:cubicBezTo>
                    <a:pt x="1240071" y="145894"/>
                    <a:pt x="1240714" y="139579"/>
                    <a:pt x="1240714" y="133263"/>
                  </a:cubicBezTo>
                  <a:close/>
                  <a:moveTo>
                    <a:pt x="1113428" y="122526"/>
                  </a:moveTo>
                  <a:cubicBezTo>
                    <a:pt x="1119214" y="98526"/>
                    <a:pt x="1137214" y="86526"/>
                    <a:pt x="1158428" y="86526"/>
                  </a:cubicBezTo>
                  <a:cubicBezTo>
                    <a:pt x="1182214" y="86526"/>
                    <a:pt x="1198286" y="99789"/>
                    <a:pt x="1202143" y="122526"/>
                  </a:cubicBezTo>
                  <a:lnTo>
                    <a:pt x="1113428" y="122526"/>
                  </a:lnTo>
                  <a:close/>
                  <a:moveTo>
                    <a:pt x="572786" y="135789"/>
                  </a:moveTo>
                  <a:cubicBezTo>
                    <a:pt x="572786" y="163578"/>
                    <a:pt x="593357" y="185052"/>
                    <a:pt x="621000" y="185052"/>
                  </a:cubicBezTo>
                  <a:cubicBezTo>
                    <a:pt x="637071" y="185052"/>
                    <a:pt x="648643" y="176210"/>
                    <a:pt x="656357" y="163578"/>
                  </a:cubicBezTo>
                  <a:lnTo>
                    <a:pt x="699428" y="163578"/>
                  </a:lnTo>
                  <a:cubicBezTo>
                    <a:pt x="685929" y="199578"/>
                    <a:pt x="655714" y="219789"/>
                    <a:pt x="619071" y="219789"/>
                  </a:cubicBezTo>
                  <a:cubicBezTo>
                    <a:pt x="572143" y="219789"/>
                    <a:pt x="534214" y="181894"/>
                    <a:pt x="534214" y="135158"/>
                  </a:cubicBezTo>
                  <a:cubicBezTo>
                    <a:pt x="534214" y="89684"/>
                    <a:pt x="572143" y="51789"/>
                    <a:pt x="619071" y="51789"/>
                  </a:cubicBezTo>
                  <a:cubicBezTo>
                    <a:pt x="655071" y="51789"/>
                    <a:pt x="687214" y="73263"/>
                    <a:pt x="699428" y="109263"/>
                  </a:cubicBezTo>
                  <a:lnTo>
                    <a:pt x="656357" y="109263"/>
                  </a:lnTo>
                  <a:cubicBezTo>
                    <a:pt x="648000" y="94737"/>
                    <a:pt x="637071" y="86526"/>
                    <a:pt x="619071" y="86526"/>
                  </a:cubicBezTo>
                  <a:cubicBezTo>
                    <a:pt x="592071" y="86526"/>
                    <a:pt x="572786" y="107368"/>
                    <a:pt x="572786" y="135789"/>
                  </a:cubicBezTo>
                  <a:close/>
                  <a:moveTo>
                    <a:pt x="525214" y="118105"/>
                  </a:moveTo>
                  <a:lnTo>
                    <a:pt x="525214" y="214105"/>
                  </a:lnTo>
                  <a:lnTo>
                    <a:pt x="486643" y="214105"/>
                  </a:lnTo>
                  <a:lnTo>
                    <a:pt x="486643" y="132631"/>
                  </a:lnTo>
                  <a:cubicBezTo>
                    <a:pt x="486643" y="99789"/>
                    <a:pt x="475714" y="86526"/>
                    <a:pt x="453857" y="86526"/>
                  </a:cubicBezTo>
                  <a:cubicBezTo>
                    <a:pt x="432000" y="86526"/>
                    <a:pt x="421714" y="101684"/>
                    <a:pt x="421714" y="133263"/>
                  </a:cubicBezTo>
                  <a:lnTo>
                    <a:pt x="421714" y="214736"/>
                  </a:lnTo>
                  <a:lnTo>
                    <a:pt x="383143" y="214736"/>
                  </a:lnTo>
                  <a:lnTo>
                    <a:pt x="383143" y="5053"/>
                  </a:lnTo>
                  <a:lnTo>
                    <a:pt x="421714" y="5053"/>
                  </a:lnTo>
                  <a:lnTo>
                    <a:pt x="421714" y="68210"/>
                  </a:lnTo>
                  <a:cubicBezTo>
                    <a:pt x="433286" y="57474"/>
                    <a:pt x="446786" y="51789"/>
                    <a:pt x="463500" y="51789"/>
                  </a:cubicBezTo>
                  <a:cubicBezTo>
                    <a:pt x="482786" y="51789"/>
                    <a:pt x="525214" y="65052"/>
                    <a:pt x="525214" y="118105"/>
                  </a:cubicBezTo>
                  <a:close/>
                </a:path>
              </a:pathLst>
            </a:custGeom>
            <a:solidFill>
              <a:srgbClr val="001A41"/>
            </a:solidFill>
            <a:ln w="64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" name="Freeform 6">
              <a:extLst>
                <a:ext uri="{FF2B5EF4-FFF2-40B4-BE49-F238E27FC236}">
                  <a16:creationId xmlns:a16="http://schemas.microsoft.com/office/drawing/2014/main" id="{043BEAD8-A33C-FD74-2BAA-96E12614AB2E}"/>
                </a:ext>
              </a:extLst>
            </p:cNvPr>
            <p:cNvSpPr/>
            <p:nvPr/>
          </p:nvSpPr>
          <p:spPr>
            <a:xfrm>
              <a:off x="728819" y="720451"/>
              <a:ext cx="314999" cy="308841"/>
            </a:xfrm>
            <a:custGeom>
              <a:avLst/>
              <a:gdLst>
                <a:gd name="connsiteX0" fmla="*/ 315000 w 314999"/>
                <a:gd name="connsiteY0" fmla="*/ 154736 h 308841"/>
                <a:gd name="connsiteX1" fmla="*/ 157500 w 314999"/>
                <a:gd name="connsiteY1" fmla="*/ 0 h 308841"/>
                <a:gd name="connsiteX2" fmla="*/ 0 w 314999"/>
                <a:gd name="connsiteY2" fmla="*/ 154736 h 308841"/>
                <a:gd name="connsiteX3" fmla="*/ 147857 w 314999"/>
                <a:gd name="connsiteY3" fmla="*/ 308841 h 308841"/>
                <a:gd name="connsiteX4" fmla="*/ 211500 w 314999"/>
                <a:gd name="connsiteY4" fmla="*/ 176842 h 308841"/>
                <a:gd name="connsiteX5" fmla="*/ 190929 w 314999"/>
                <a:gd name="connsiteY5" fmla="*/ 98526 h 308841"/>
                <a:gd name="connsiteX6" fmla="*/ 246857 w 314999"/>
                <a:gd name="connsiteY6" fmla="*/ 79579 h 308841"/>
                <a:gd name="connsiteX7" fmla="*/ 291214 w 314999"/>
                <a:gd name="connsiteY7" fmla="*/ 171789 h 308841"/>
                <a:gd name="connsiteX8" fmla="*/ 288643 w 314999"/>
                <a:gd name="connsiteY8" fmla="*/ 240631 h 308841"/>
                <a:gd name="connsiteX9" fmla="*/ 315000 w 314999"/>
                <a:gd name="connsiteY9" fmla="*/ 154736 h 308841"/>
                <a:gd name="connsiteX10" fmla="*/ 175500 w 314999"/>
                <a:gd name="connsiteY10" fmla="*/ 73895 h 308841"/>
                <a:gd name="connsiteX11" fmla="*/ 122786 w 314999"/>
                <a:gd name="connsiteY11" fmla="*/ 27158 h 308841"/>
                <a:gd name="connsiteX12" fmla="*/ 222429 w 314999"/>
                <a:gd name="connsiteY12" fmla="*/ 58105 h 308841"/>
                <a:gd name="connsiteX13" fmla="*/ 175500 w 314999"/>
                <a:gd name="connsiteY13" fmla="*/ 73895 h 3088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14999" h="308841">
                  <a:moveTo>
                    <a:pt x="315000" y="154736"/>
                  </a:moveTo>
                  <a:cubicBezTo>
                    <a:pt x="315000" y="69473"/>
                    <a:pt x="244286" y="0"/>
                    <a:pt x="157500" y="0"/>
                  </a:cubicBezTo>
                  <a:cubicBezTo>
                    <a:pt x="70714" y="0"/>
                    <a:pt x="0" y="69473"/>
                    <a:pt x="0" y="154736"/>
                  </a:cubicBezTo>
                  <a:cubicBezTo>
                    <a:pt x="0" y="236841"/>
                    <a:pt x="65571" y="304420"/>
                    <a:pt x="147857" y="308841"/>
                  </a:cubicBezTo>
                  <a:cubicBezTo>
                    <a:pt x="163286" y="296210"/>
                    <a:pt x="211500" y="250736"/>
                    <a:pt x="211500" y="176842"/>
                  </a:cubicBezTo>
                  <a:cubicBezTo>
                    <a:pt x="211500" y="156000"/>
                    <a:pt x="204429" y="118737"/>
                    <a:pt x="190929" y="98526"/>
                  </a:cubicBezTo>
                  <a:lnTo>
                    <a:pt x="246857" y="79579"/>
                  </a:lnTo>
                  <a:cubicBezTo>
                    <a:pt x="246857" y="79579"/>
                    <a:pt x="282214" y="115579"/>
                    <a:pt x="291214" y="171789"/>
                  </a:cubicBezTo>
                  <a:cubicBezTo>
                    <a:pt x="291214" y="171789"/>
                    <a:pt x="297000" y="208420"/>
                    <a:pt x="288643" y="240631"/>
                  </a:cubicBezTo>
                  <a:cubicBezTo>
                    <a:pt x="305357" y="215999"/>
                    <a:pt x="315000" y="186315"/>
                    <a:pt x="315000" y="154736"/>
                  </a:cubicBezTo>
                  <a:close/>
                  <a:moveTo>
                    <a:pt x="175500" y="73895"/>
                  </a:moveTo>
                  <a:cubicBezTo>
                    <a:pt x="175500" y="73895"/>
                    <a:pt x="160071" y="49895"/>
                    <a:pt x="122786" y="27158"/>
                  </a:cubicBezTo>
                  <a:cubicBezTo>
                    <a:pt x="122786" y="27158"/>
                    <a:pt x="176786" y="26526"/>
                    <a:pt x="222429" y="58105"/>
                  </a:cubicBezTo>
                  <a:lnTo>
                    <a:pt x="175500" y="73895"/>
                  </a:lnTo>
                  <a:close/>
                </a:path>
              </a:pathLst>
            </a:custGeom>
            <a:solidFill>
              <a:srgbClr val="FFFFFF"/>
            </a:solidFill>
            <a:ln w="64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59470400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[Plain/Dark Blue]">
    <p:bg>
      <p:bgPr>
        <a:solidFill>
          <a:srgbClr val="001A4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C1AE51FD-9722-0E42-9065-BCA1E907795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9999" y="4680000"/>
            <a:ext cx="6228000" cy="360000"/>
          </a:xfrm>
        </p:spPr>
        <p:txBody>
          <a:bodyPr wrap="square">
            <a:noAutofit/>
          </a:bodyPr>
          <a:lstStyle>
            <a:lvl1pPr marL="0" indent="0">
              <a:buNone/>
              <a:defRPr sz="2400" b="0" i="0">
                <a:solidFill>
                  <a:schemeClr val="bg1"/>
                </a:solidFill>
                <a:latin typeface="+mn-lt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 dirty="0"/>
              <a:t>Click to edit Master text styles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26B9860-E63C-4617-AD73-46EE3B25056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720000" y="2050828"/>
            <a:ext cx="6228000" cy="2322000"/>
          </a:xfrm>
        </p:spPr>
        <p:txBody>
          <a:bodyPr/>
          <a:lstStyle>
            <a:lvl1pPr marL="0" indent="0">
              <a:lnSpc>
                <a:spcPct val="74000"/>
              </a:lnSpc>
              <a:buNone/>
              <a:defRPr sz="6600" b="1" i="0" cap="all" spc="-160" baseline="0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27A4D11A-9074-A6F8-6BBB-FEC97759B49C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616962" y="697083"/>
            <a:ext cx="1825714" cy="359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07791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[Plain/Eco Blue]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C1AE51FD-9722-0E42-9065-BCA1E907795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9999" y="4680000"/>
            <a:ext cx="6228000" cy="360000"/>
          </a:xfrm>
        </p:spPr>
        <p:txBody>
          <a:bodyPr wrap="square">
            <a:noAutofit/>
          </a:bodyPr>
          <a:lstStyle>
            <a:lvl1pPr marL="0" indent="0">
              <a:buNone/>
              <a:defRPr sz="2400" b="0" i="0">
                <a:solidFill>
                  <a:srgbClr val="001A41"/>
                </a:solidFill>
                <a:latin typeface="+mn-lt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 dirty="0"/>
              <a:t>Click to edit Master text styles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26B9860-E63C-4617-AD73-46EE3B25056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720000" y="2050828"/>
            <a:ext cx="6228000" cy="2322000"/>
          </a:xfrm>
        </p:spPr>
        <p:txBody>
          <a:bodyPr/>
          <a:lstStyle>
            <a:lvl1pPr marL="0" indent="0">
              <a:lnSpc>
                <a:spcPct val="74000"/>
              </a:lnSpc>
              <a:buNone/>
              <a:defRPr sz="6600" b="1" i="0" cap="all" spc="-160" baseline="0">
                <a:solidFill>
                  <a:srgbClr val="001A41"/>
                </a:solidFill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grpSp>
        <p:nvGrpSpPr>
          <p:cNvPr id="2" name="Graphic 2">
            <a:extLst>
              <a:ext uri="{FF2B5EF4-FFF2-40B4-BE49-F238E27FC236}">
                <a16:creationId xmlns:a16="http://schemas.microsoft.com/office/drawing/2014/main" id="{091AA4C5-4353-C704-D45C-1BE18AF3AADF}"/>
              </a:ext>
            </a:extLst>
          </p:cNvPr>
          <p:cNvGrpSpPr/>
          <p:nvPr userDrawn="1"/>
        </p:nvGrpSpPr>
        <p:grpSpPr>
          <a:xfrm>
            <a:off x="728819" y="720451"/>
            <a:ext cx="1613571" cy="311367"/>
            <a:chOff x="728819" y="720451"/>
            <a:chExt cx="1613571" cy="311367"/>
          </a:xfrm>
        </p:grpSpPr>
        <p:sp>
          <p:nvSpPr>
            <p:cNvPr id="5" name="Freeform 4">
              <a:extLst>
                <a:ext uri="{FF2B5EF4-FFF2-40B4-BE49-F238E27FC236}">
                  <a16:creationId xmlns:a16="http://schemas.microsoft.com/office/drawing/2014/main" id="{BAB26DF9-85A0-2615-4E74-D05682D680D8}"/>
                </a:ext>
              </a:extLst>
            </p:cNvPr>
            <p:cNvSpPr/>
            <p:nvPr/>
          </p:nvSpPr>
          <p:spPr>
            <a:xfrm>
              <a:off x="1101676" y="764661"/>
              <a:ext cx="1240714" cy="267157"/>
            </a:xfrm>
            <a:custGeom>
              <a:avLst/>
              <a:gdLst>
                <a:gd name="connsiteX0" fmla="*/ 200571 w 1240714"/>
                <a:gd name="connsiteY0" fmla="*/ 121263 h 267157"/>
                <a:gd name="connsiteX1" fmla="*/ 200571 w 1240714"/>
                <a:gd name="connsiteY1" fmla="*/ 214105 h 267157"/>
                <a:gd name="connsiteX2" fmla="*/ 162000 w 1240714"/>
                <a:gd name="connsiteY2" fmla="*/ 214105 h 267157"/>
                <a:gd name="connsiteX3" fmla="*/ 162000 w 1240714"/>
                <a:gd name="connsiteY3" fmla="*/ 135158 h 267157"/>
                <a:gd name="connsiteX4" fmla="*/ 129857 w 1240714"/>
                <a:gd name="connsiteY4" fmla="*/ 85894 h 267157"/>
                <a:gd name="connsiteX5" fmla="*/ 96429 w 1240714"/>
                <a:gd name="connsiteY5" fmla="*/ 128210 h 267157"/>
                <a:gd name="connsiteX6" fmla="*/ 96429 w 1240714"/>
                <a:gd name="connsiteY6" fmla="*/ 214105 h 267157"/>
                <a:gd name="connsiteX7" fmla="*/ 57857 w 1240714"/>
                <a:gd name="connsiteY7" fmla="*/ 214105 h 267157"/>
                <a:gd name="connsiteX8" fmla="*/ 57857 w 1240714"/>
                <a:gd name="connsiteY8" fmla="*/ 56842 h 267157"/>
                <a:gd name="connsiteX9" fmla="*/ 93857 w 1240714"/>
                <a:gd name="connsiteY9" fmla="*/ 56842 h 267157"/>
                <a:gd name="connsiteX10" fmla="*/ 93857 w 1240714"/>
                <a:gd name="connsiteY10" fmla="*/ 70737 h 267157"/>
                <a:gd name="connsiteX11" fmla="*/ 138214 w 1240714"/>
                <a:gd name="connsiteY11" fmla="*/ 51789 h 267157"/>
                <a:gd name="connsiteX12" fmla="*/ 200571 w 1240714"/>
                <a:gd name="connsiteY12" fmla="*/ 121263 h 267157"/>
                <a:gd name="connsiteX13" fmla="*/ 1286 w 1240714"/>
                <a:gd name="connsiteY13" fmla="*/ 56842 h 267157"/>
                <a:gd name="connsiteX14" fmla="*/ 40500 w 1240714"/>
                <a:gd name="connsiteY14" fmla="*/ 56842 h 267157"/>
                <a:gd name="connsiteX15" fmla="*/ 40500 w 1240714"/>
                <a:gd name="connsiteY15" fmla="*/ 214105 h 267157"/>
                <a:gd name="connsiteX16" fmla="*/ 1286 w 1240714"/>
                <a:gd name="connsiteY16" fmla="*/ 214105 h 267157"/>
                <a:gd name="connsiteX17" fmla="*/ 1286 w 1240714"/>
                <a:gd name="connsiteY17" fmla="*/ 56842 h 267157"/>
                <a:gd name="connsiteX18" fmla="*/ 247500 w 1240714"/>
                <a:gd name="connsiteY18" fmla="*/ 135789 h 267157"/>
                <a:gd name="connsiteX19" fmla="*/ 295714 w 1240714"/>
                <a:gd name="connsiteY19" fmla="*/ 185052 h 267157"/>
                <a:gd name="connsiteX20" fmla="*/ 331071 w 1240714"/>
                <a:gd name="connsiteY20" fmla="*/ 163578 h 267157"/>
                <a:gd name="connsiteX21" fmla="*/ 374143 w 1240714"/>
                <a:gd name="connsiteY21" fmla="*/ 163578 h 267157"/>
                <a:gd name="connsiteX22" fmla="*/ 293786 w 1240714"/>
                <a:gd name="connsiteY22" fmla="*/ 219789 h 267157"/>
                <a:gd name="connsiteX23" fmla="*/ 208929 w 1240714"/>
                <a:gd name="connsiteY23" fmla="*/ 135158 h 267157"/>
                <a:gd name="connsiteX24" fmla="*/ 293786 w 1240714"/>
                <a:gd name="connsiteY24" fmla="*/ 51789 h 267157"/>
                <a:gd name="connsiteX25" fmla="*/ 374143 w 1240714"/>
                <a:gd name="connsiteY25" fmla="*/ 109263 h 267157"/>
                <a:gd name="connsiteX26" fmla="*/ 331071 w 1240714"/>
                <a:gd name="connsiteY26" fmla="*/ 109263 h 267157"/>
                <a:gd name="connsiteX27" fmla="*/ 293786 w 1240714"/>
                <a:gd name="connsiteY27" fmla="*/ 86526 h 267157"/>
                <a:gd name="connsiteX28" fmla="*/ 247500 w 1240714"/>
                <a:gd name="connsiteY28" fmla="*/ 135789 h 267157"/>
                <a:gd name="connsiteX29" fmla="*/ 43714 w 1240714"/>
                <a:gd name="connsiteY29" fmla="*/ 21474 h 267157"/>
                <a:gd name="connsiteX30" fmla="*/ 21857 w 1240714"/>
                <a:gd name="connsiteY30" fmla="*/ 42947 h 267157"/>
                <a:gd name="connsiteX31" fmla="*/ 0 w 1240714"/>
                <a:gd name="connsiteY31" fmla="*/ 21474 h 267157"/>
                <a:gd name="connsiteX32" fmla="*/ 21857 w 1240714"/>
                <a:gd name="connsiteY32" fmla="*/ 0 h 267157"/>
                <a:gd name="connsiteX33" fmla="*/ 43714 w 1240714"/>
                <a:gd name="connsiteY33" fmla="*/ 21474 h 267157"/>
                <a:gd name="connsiteX34" fmla="*/ 984857 w 1240714"/>
                <a:gd name="connsiteY34" fmla="*/ 51789 h 267157"/>
                <a:gd name="connsiteX35" fmla="*/ 933428 w 1240714"/>
                <a:gd name="connsiteY35" fmla="*/ 70105 h 267157"/>
                <a:gd name="connsiteX36" fmla="*/ 933428 w 1240714"/>
                <a:gd name="connsiteY36" fmla="*/ 57474 h 267157"/>
                <a:gd name="connsiteX37" fmla="*/ 894214 w 1240714"/>
                <a:gd name="connsiteY37" fmla="*/ 57474 h 267157"/>
                <a:gd name="connsiteX38" fmla="*/ 894214 w 1240714"/>
                <a:gd name="connsiteY38" fmla="*/ 267157 h 267157"/>
                <a:gd name="connsiteX39" fmla="*/ 933428 w 1240714"/>
                <a:gd name="connsiteY39" fmla="*/ 267157 h 267157"/>
                <a:gd name="connsiteX40" fmla="*/ 933428 w 1240714"/>
                <a:gd name="connsiteY40" fmla="*/ 201473 h 267157"/>
                <a:gd name="connsiteX41" fmla="*/ 984857 w 1240714"/>
                <a:gd name="connsiteY41" fmla="*/ 219157 h 267157"/>
                <a:gd name="connsiteX42" fmla="*/ 1067786 w 1240714"/>
                <a:gd name="connsiteY42" fmla="*/ 135789 h 267157"/>
                <a:gd name="connsiteX43" fmla="*/ 984857 w 1240714"/>
                <a:gd name="connsiteY43" fmla="*/ 51789 h 267157"/>
                <a:gd name="connsiteX44" fmla="*/ 980357 w 1240714"/>
                <a:gd name="connsiteY44" fmla="*/ 185052 h 267157"/>
                <a:gd name="connsiteX45" fmla="*/ 931500 w 1240714"/>
                <a:gd name="connsiteY45" fmla="*/ 136421 h 267157"/>
                <a:gd name="connsiteX46" fmla="*/ 981000 w 1240714"/>
                <a:gd name="connsiteY46" fmla="*/ 86526 h 267157"/>
                <a:gd name="connsiteX47" fmla="*/ 1030500 w 1240714"/>
                <a:gd name="connsiteY47" fmla="*/ 135789 h 267157"/>
                <a:gd name="connsiteX48" fmla="*/ 980357 w 1240714"/>
                <a:gd name="connsiteY48" fmla="*/ 185052 h 267157"/>
                <a:gd name="connsiteX49" fmla="*/ 841500 w 1240714"/>
                <a:gd name="connsiteY49" fmla="*/ 70105 h 267157"/>
                <a:gd name="connsiteX50" fmla="*/ 790071 w 1240714"/>
                <a:gd name="connsiteY50" fmla="*/ 51789 h 267157"/>
                <a:gd name="connsiteX51" fmla="*/ 707143 w 1240714"/>
                <a:gd name="connsiteY51" fmla="*/ 135789 h 267157"/>
                <a:gd name="connsiteX52" fmla="*/ 790071 w 1240714"/>
                <a:gd name="connsiteY52" fmla="*/ 219157 h 267157"/>
                <a:gd name="connsiteX53" fmla="*/ 841500 w 1240714"/>
                <a:gd name="connsiteY53" fmla="*/ 201473 h 267157"/>
                <a:gd name="connsiteX54" fmla="*/ 841500 w 1240714"/>
                <a:gd name="connsiteY54" fmla="*/ 214105 h 267157"/>
                <a:gd name="connsiteX55" fmla="*/ 880714 w 1240714"/>
                <a:gd name="connsiteY55" fmla="*/ 214105 h 267157"/>
                <a:gd name="connsiteX56" fmla="*/ 880714 w 1240714"/>
                <a:gd name="connsiteY56" fmla="*/ 56842 h 267157"/>
                <a:gd name="connsiteX57" fmla="*/ 841500 w 1240714"/>
                <a:gd name="connsiteY57" fmla="*/ 56842 h 267157"/>
                <a:gd name="connsiteX58" fmla="*/ 841500 w 1240714"/>
                <a:gd name="connsiteY58" fmla="*/ 70105 h 267157"/>
                <a:gd name="connsiteX59" fmla="*/ 793928 w 1240714"/>
                <a:gd name="connsiteY59" fmla="*/ 185052 h 267157"/>
                <a:gd name="connsiteX60" fmla="*/ 744428 w 1240714"/>
                <a:gd name="connsiteY60" fmla="*/ 135789 h 267157"/>
                <a:gd name="connsiteX61" fmla="*/ 793928 w 1240714"/>
                <a:gd name="connsiteY61" fmla="*/ 86526 h 267157"/>
                <a:gd name="connsiteX62" fmla="*/ 843429 w 1240714"/>
                <a:gd name="connsiteY62" fmla="*/ 136421 h 267157"/>
                <a:gd name="connsiteX63" fmla="*/ 793928 w 1240714"/>
                <a:gd name="connsiteY63" fmla="*/ 185052 h 267157"/>
                <a:gd name="connsiteX64" fmla="*/ 1240714 w 1240714"/>
                <a:gd name="connsiteY64" fmla="*/ 133263 h 267157"/>
                <a:gd name="connsiteX65" fmla="*/ 1157786 w 1240714"/>
                <a:gd name="connsiteY65" fmla="*/ 51789 h 267157"/>
                <a:gd name="connsiteX66" fmla="*/ 1073571 w 1240714"/>
                <a:gd name="connsiteY66" fmla="*/ 136421 h 267157"/>
                <a:gd name="connsiteX67" fmla="*/ 1157786 w 1240714"/>
                <a:gd name="connsiteY67" fmla="*/ 219789 h 267157"/>
                <a:gd name="connsiteX68" fmla="*/ 1234928 w 1240714"/>
                <a:gd name="connsiteY68" fmla="*/ 165473 h 267157"/>
                <a:gd name="connsiteX69" fmla="*/ 1194429 w 1240714"/>
                <a:gd name="connsiteY69" fmla="*/ 165473 h 267157"/>
                <a:gd name="connsiteX70" fmla="*/ 1157786 w 1240714"/>
                <a:gd name="connsiteY70" fmla="*/ 185684 h 267157"/>
                <a:gd name="connsiteX71" fmla="*/ 1113428 w 1240714"/>
                <a:gd name="connsiteY71" fmla="*/ 153473 h 267157"/>
                <a:gd name="connsiteX72" fmla="*/ 1238143 w 1240714"/>
                <a:gd name="connsiteY72" fmla="*/ 153473 h 267157"/>
                <a:gd name="connsiteX73" fmla="*/ 1240714 w 1240714"/>
                <a:gd name="connsiteY73" fmla="*/ 133263 h 267157"/>
                <a:gd name="connsiteX74" fmla="*/ 1113428 w 1240714"/>
                <a:gd name="connsiteY74" fmla="*/ 122526 h 267157"/>
                <a:gd name="connsiteX75" fmla="*/ 1158428 w 1240714"/>
                <a:gd name="connsiteY75" fmla="*/ 86526 h 267157"/>
                <a:gd name="connsiteX76" fmla="*/ 1202143 w 1240714"/>
                <a:gd name="connsiteY76" fmla="*/ 122526 h 267157"/>
                <a:gd name="connsiteX77" fmla="*/ 1113428 w 1240714"/>
                <a:gd name="connsiteY77" fmla="*/ 122526 h 267157"/>
                <a:gd name="connsiteX78" fmla="*/ 572786 w 1240714"/>
                <a:gd name="connsiteY78" fmla="*/ 135789 h 267157"/>
                <a:gd name="connsiteX79" fmla="*/ 621000 w 1240714"/>
                <a:gd name="connsiteY79" fmla="*/ 185052 h 267157"/>
                <a:gd name="connsiteX80" fmla="*/ 656357 w 1240714"/>
                <a:gd name="connsiteY80" fmla="*/ 163578 h 267157"/>
                <a:gd name="connsiteX81" fmla="*/ 699428 w 1240714"/>
                <a:gd name="connsiteY81" fmla="*/ 163578 h 267157"/>
                <a:gd name="connsiteX82" fmla="*/ 619071 w 1240714"/>
                <a:gd name="connsiteY82" fmla="*/ 219789 h 267157"/>
                <a:gd name="connsiteX83" fmla="*/ 534214 w 1240714"/>
                <a:gd name="connsiteY83" fmla="*/ 135158 h 267157"/>
                <a:gd name="connsiteX84" fmla="*/ 619071 w 1240714"/>
                <a:gd name="connsiteY84" fmla="*/ 51789 h 267157"/>
                <a:gd name="connsiteX85" fmla="*/ 699428 w 1240714"/>
                <a:gd name="connsiteY85" fmla="*/ 109263 h 267157"/>
                <a:gd name="connsiteX86" fmla="*/ 656357 w 1240714"/>
                <a:gd name="connsiteY86" fmla="*/ 109263 h 267157"/>
                <a:gd name="connsiteX87" fmla="*/ 619071 w 1240714"/>
                <a:gd name="connsiteY87" fmla="*/ 86526 h 267157"/>
                <a:gd name="connsiteX88" fmla="*/ 572786 w 1240714"/>
                <a:gd name="connsiteY88" fmla="*/ 135789 h 267157"/>
                <a:gd name="connsiteX89" fmla="*/ 525214 w 1240714"/>
                <a:gd name="connsiteY89" fmla="*/ 118105 h 267157"/>
                <a:gd name="connsiteX90" fmla="*/ 525214 w 1240714"/>
                <a:gd name="connsiteY90" fmla="*/ 214105 h 267157"/>
                <a:gd name="connsiteX91" fmla="*/ 486643 w 1240714"/>
                <a:gd name="connsiteY91" fmla="*/ 214105 h 267157"/>
                <a:gd name="connsiteX92" fmla="*/ 486643 w 1240714"/>
                <a:gd name="connsiteY92" fmla="*/ 132631 h 267157"/>
                <a:gd name="connsiteX93" fmla="*/ 453857 w 1240714"/>
                <a:gd name="connsiteY93" fmla="*/ 86526 h 267157"/>
                <a:gd name="connsiteX94" fmla="*/ 421714 w 1240714"/>
                <a:gd name="connsiteY94" fmla="*/ 133263 h 267157"/>
                <a:gd name="connsiteX95" fmla="*/ 421714 w 1240714"/>
                <a:gd name="connsiteY95" fmla="*/ 214736 h 267157"/>
                <a:gd name="connsiteX96" fmla="*/ 383143 w 1240714"/>
                <a:gd name="connsiteY96" fmla="*/ 214736 h 267157"/>
                <a:gd name="connsiteX97" fmla="*/ 383143 w 1240714"/>
                <a:gd name="connsiteY97" fmla="*/ 5053 h 267157"/>
                <a:gd name="connsiteX98" fmla="*/ 421714 w 1240714"/>
                <a:gd name="connsiteY98" fmla="*/ 5053 h 267157"/>
                <a:gd name="connsiteX99" fmla="*/ 421714 w 1240714"/>
                <a:gd name="connsiteY99" fmla="*/ 68210 h 267157"/>
                <a:gd name="connsiteX100" fmla="*/ 463500 w 1240714"/>
                <a:gd name="connsiteY100" fmla="*/ 51789 h 267157"/>
                <a:gd name="connsiteX101" fmla="*/ 525214 w 1240714"/>
                <a:gd name="connsiteY101" fmla="*/ 118105 h 26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</a:cxnLst>
              <a:rect l="l" t="t" r="r" b="b"/>
              <a:pathLst>
                <a:path w="1240714" h="267157">
                  <a:moveTo>
                    <a:pt x="200571" y="121263"/>
                  </a:moveTo>
                  <a:lnTo>
                    <a:pt x="200571" y="214105"/>
                  </a:lnTo>
                  <a:lnTo>
                    <a:pt x="162000" y="214105"/>
                  </a:lnTo>
                  <a:lnTo>
                    <a:pt x="162000" y="135158"/>
                  </a:lnTo>
                  <a:cubicBezTo>
                    <a:pt x="162000" y="102947"/>
                    <a:pt x="151071" y="85894"/>
                    <a:pt x="129857" y="85894"/>
                  </a:cubicBezTo>
                  <a:cubicBezTo>
                    <a:pt x="118286" y="85894"/>
                    <a:pt x="96429" y="93473"/>
                    <a:pt x="96429" y="128210"/>
                  </a:cubicBezTo>
                  <a:lnTo>
                    <a:pt x="96429" y="214105"/>
                  </a:lnTo>
                  <a:lnTo>
                    <a:pt x="57857" y="214105"/>
                  </a:lnTo>
                  <a:lnTo>
                    <a:pt x="57857" y="56842"/>
                  </a:lnTo>
                  <a:lnTo>
                    <a:pt x="93857" y="56842"/>
                  </a:lnTo>
                  <a:lnTo>
                    <a:pt x="93857" y="70737"/>
                  </a:lnTo>
                  <a:cubicBezTo>
                    <a:pt x="106714" y="58737"/>
                    <a:pt x="119571" y="51789"/>
                    <a:pt x="138214" y="51789"/>
                  </a:cubicBezTo>
                  <a:cubicBezTo>
                    <a:pt x="158786" y="51789"/>
                    <a:pt x="200571" y="64421"/>
                    <a:pt x="200571" y="121263"/>
                  </a:cubicBezTo>
                  <a:close/>
                  <a:moveTo>
                    <a:pt x="1286" y="56842"/>
                  </a:moveTo>
                  <a:lnTo>
                    <a:pt x="40500" y="56842"/>
                  </a:lnTo>
                  <a:lnTo>
                    <a:pt x="40500" y="214105"/>
                  </a:lnTo>
                  <a:lnTo>
                    <a:pt x="1286" y="214105"/>
                  </a:lnTo>
                  <a:lnTo>
                    <a:pt x="1286" y="56842"/>
                  </a:lnTo>
                  <a:close/>
                  <a:moveTo>
                    <a:pt x="247500" y="135789"/>
                  </a:moveTo>
                  <a:cubicBezTo>
                    <a:pt x="247500" y="163578"/>
                    <a:pt x="268071" y="185052"/>
                    <a:pt x="295714" y="185052"/>
                  </a:cubicBezTo>
                  <a:cubicBezTo>
                    <a:pt x="311786" y="185052"/>
                    <a:pt x="323357" y="176210"/>
                    <a:pt x="331071" y="163578"/>
                  </a:cubicBezTo>
                  <a:lnTo>
                    <a:pt x="374143" y="163578"/>
                  </a:lnTo>
                  <a:cubicBezTo>
                    <a:pt x="360643" y="199578"/>
                    <a:pt x="330429" y="219789"/>
                    <a:pt x="293786" y="219789"/>
                  </a:cubicBezTo>
                  <a:cubicBezTo>
                    <a:pt x="246857" y="219789"/>
                    <a:pt x="208929" y="181894"/>
                    <a:pt x="208929" y="135158"/>
                  </a:cubicBezTo>
                  <a:cubicBezTo>
                    <a:pt x="208929" y="89684"/>
                    <a:pt x="246857" y="51789"/>
                    <a:pt x="293786" y="51789"/>
                  </a:cubicBezTo>
                  <a:cubicBezTo>
                    <a:pt x="329786" y="51789"/>
                    <a:pt x="361929" y="73263"/>
                    <a:pt x="374143" y="109263"/>
                  </a:cubicBezTo>
                  <a:lnTo>
                    <a:pt x="331071" y="109263"/>
                  </a:lnTo>
                  <a:cubicBezTo>
                    <a:pt x="322714" y="94737"/>
                    <a:pt x="311786" y="86526"/>
                    <a:pt x="293786" y="86526"/>
                  </a:cubicBezTo>
                  <a:cubicBezTo>
                    <a:pt x="266786" y="86526"/>
                    <a:pt x="247500" y="107368"/>
                    <a:pt x="247500" y="135789"/>
                  </a:cubicBezTo>
                  <a:close/>
                  <a:moveTo>
                    <a:pt x="43714" y="21474"/>
                  </a:moveTo>
                  <a:cubicBezTo>
                    <a:pt x="43714" y="33474"/>
                    <a:pt x="34071" y="42947"/>
                    <a:pt x="21857" y="42947"/>
                  </a:cubicBezTo>
                  <a:cubicBezTo>
                    <a:pt x="9643" y="42947"/>
                    <a:pt x="0" y="33474"/>
                    <a:pt x="0" y="21474"/>
                  </a:cubicBezTo>
                  <a:cubicBezTo>
                    <a:pt x="0" y="9474"/>
                    <a:pt x="9643" y="0"/>
                    <a:pt x="21857" y="0"/>
                  </a:cubicBezTo>
                  <a:cubicBezTo>
                    <a:pt x="34071" y="0"/>
                    <a:pt x="43714" y="9474"/>
                    <a:pt x="43714" y="21474"/>
                  </a:cubicBezTo>
                  <a:close/>
                  <a:moveTo>
                    <a:pt x="984857" y="51789"/>
                  </a:moveTo>
                  <a:cubicBezTo>
                    <a:pt x="964928" y="51789"/>
                    <a:pt x="946928" y="58737"/>
                    <a:pt x="933428" y="70105"/>
                  </a:cubicBezTo>
                  <a:lnTo>
                    <a:pt x="933428" y="57474"/>
                  </a:lnTo>
                  <a:lnTo>
                    <a:pt x="894214" y="57474"/>
                  </a:lnTo>
                  <a:lnTo>
                    <a:pt x="894214" y="267157"/>
                  </a:lnTo>
                  <a:lnTo>
                    <a:pt x="933428" y="267157"/>
                  </a:lnTo>
                  <a:lnTo>
                    <a:pt x="933428" y="201473"/>
                  </a:lnTo>
                  <a:cubicBezTo>
                    <a:pt x="947571" y="212842"/>
                    <a:pt x="964928" y="219157"/>
                    <a:pt x="984857" y="219157"/>
                  </a:cubicBezTo>
                  <a:cubicBezTo>
                    <a:pt x="1030500" y="219157"/>
                    <a:pt x="1067786" y="180631"/>
                    <a:pt x="1067786" y="135789"/>
                  </a:cubicBezTo>
                  <a:cubicBezTo>
                    <a:pt x="1067786" y="90316"/>
                    <a:pt x="1031786" y="51789"/>
                    <a:pt x="984857" y="51789"/>
                  </a:cubicBezTo>
                  <a:close/>
                  <a:moveTo>
                    <a:pt x="980357" y="185052"/>
                  </a:moveTo>
                  <a:cubicBezTo>
                    <a:pt x="952071" y="185052"/>
                    <a:pt x="931500" y="162315"/>
                    <a:pt x="931500" y="136421"/>
                  </a:cubicBezTo>
                  <a:cubicBezTo>
                    <a:pt x="931500" y="110526"/>
                    <a:pt x="952071" y="86526"/>
                    <a:pt x="981000" y="86526"/>
                  </a:cubicBezTo>
                  <a:cubicBezTo>
                    <a:pt x="1008000" y="86526"/>
                    <a:pt x="1030500" y="109894"/>
                    <a:pt x="1030500" y="135789"/>
                  </a:cubicBezTo>
                  <a:cubicBezTo>
                    <a:pt x="1029857" y="162315"/>
                    <a:pt x="1009286" y="185052"/>
                    <a:pt x="980357" y="185052"/>
                  </a:cubicBezTo>
                  <a:close/>
                  <a:moveTo>
                    <a:pt x="841500" y="70105"/>
                  </a:moveTo>
                  <a:cubicBezTo>
                    <a:pt x="827357" y="58737"/>
                    <a:pt x="810000" y="51789"/>
                    <a:pt x="790071" y="51789"/>
                  </a:cubicBezTo>
                  <a:cubicBezTo>
                    <a:pt x="743143" y="51789"/>
                    <a:pt x="707143" y="90316"/>
                    <a:pt x="707143" y="135789"/>
                  </a:cubicBezTo>
                  <a:cubicBezTo>
                    <a:pt x="707143" y="181263"/>
                    <a:pt x="744428" y="219157"/>
                    <a:pt x="790071" y="219157"/>
                  </a:cubicBezTo>
                  <a:cubicBezTo>
                    <a:pt x="810000" y="219157"/>
                    <a:pt x="828000" y="212842"/>
                    <a:pt x="841500" y="201473"/>
                  </a:cubicBezTo>
                  <a:lnTo>
                    <a:pt x="841500" y="214105"/>
                  </a:lnTo>
                  <a:lnTo>
                    <a:pt x="880714" y="214105"/>
                  </a:lnTo>
                  <a:lnTo>
                    <a:pt x="880714" y="56842"/>
                  </a:lnTo>
                  <a:lnTo>
                    <a:pt x="841500" y="56842"/>
                  </a:lnTo>
                  <a:lnTo>
                    <a:pt x="841500" y="70105"/>
                  </a:lnTo>
                  <a:close/>
                  <a:moveTo>
                    <a:pt x="793928" y="185052"/>
                  </a:moveTo>
                  <a:cubicBezTo>
                    <a:pt x="765000" y="185052"/>
                    <a:pt x="744428" y="162315"/>
                    <a:pt x="744428" y="135789"/>
                  </a:cubicBezTo>
                  <a:cubicBezTo>
                    <a:pt x="744428" y="109263"/>
                    <a:pt x="766286" y="86526"/>
                    <a:pt x="793928" y="86526"/>
                  </a:cubicBezTo>
                  <a:cubicBezTo>
                    <a:pt x="822214" y="86526"/>
                    <a:pt x="843429" y="110526"/>
                    <a:pt x="843429" y="136421"/>
                  </a:cubicBezTo>
                  <a:cubicBezTo>
                    <a:pt x="842786" y="162315"/>
                    <a:pt x="822857" y="185052"/>
                    <a:pt x="793928" y="185052"/>
                  </a:cubicBezTo>
                  <a:close/>
                  <a:moveTo>
                    <a:pt x="1240714" y="133263"/>
                  </a:moveTo>
                  <a:cubicBezTo>
                    <a:pt x="1240714" y="87158"/>
                    <a:pt x="1204714" y="51789"/>
                    <a:pt x="1157786" y="51789"/>
                  </a:cubicBezTo>
                  <a:cubicBezTo>
                    <a:pt x="1108928" y="51789"/>
                    <a:pt x="1073571" y="89684"/>
                    <a:pt x="1073571" y="136421"/>
                  </a:cubicBezTo>
                  <a:cubicBezTo>
                    <a:pt x="1073571" y="182526"/>
                    <a:pt x="1109571" y="219789"/>
                    <a:pt x="1157786" y="219789"/>
                  </a:cubicBezTo>
                  <a:cubicBezTo>
                    <a:pt x="1191857" y="219789"/>
                    <a:pt x="1224643" y="197052"/>
                    <a:pt x="1234928" y="165473"/>
                  </a:cubicBezTo>
                  <a:lnTo>
                    <a:pt x="1194429" y="165473"/>
                  </a:lnTo>
                  <a:cubicBezTo>
                    <a:pt x="1186714" y="179368"/>
                    <a:pt x="1173214" y="185684"/>
                    <a:pt x="1157786" y="185684"/>
                  </a:cubicBezTo>
                  <a:cubicBezTo>
                    <a:pt x="1134000" y="185684"/>
                    <a:pt x="1116643" y="167368"/>
                    <a:pt x="1113428" y="153473"/>
                  </a:cubicBezTo>
                  <a:lnTo>
                    <a:pt x="1238143" y="153473"/>
                  </a:lnTo>
                  <a:cubicBezTo>
                    <a:pt x="1240071" y="145894"/>
                    <a:pt x="1240714" y="139579"/>
                    <a:pt x="1240714" y="133263"/>
                  </a:cubicBezTo>
                  <a:close/>
                  <a:moveTo>
                    <a:pt x="1113428" y="122526"/>
                  </a:moveTo>
                  <a:cubicBezTo>
                    <a:pt x="1119214" y="98526"/>
                    <a:pt x="1137214" y="86526"/>
                    <a:pt x="1158428" y="86526"/>
                  </a:cubicBezTo>
                  <a:cubicBezTo>
                    <a:pt x="1182214" y="86526"/>
                    <a:pt x="1198286" y="99789"/>
                    <a:pt x="1202143" y="122526"/>
                  </a:cubicBezTo>
                  <a:lnTo>
                    <a:pt x="1113428" y="122526"/>
                  </a:lnTo>
                  <a:close/>
                  <a:moveTo>
                    <a:pt x="572786" y="135789"/>
                  </a:moveTo>
                  <a:cubicBezTo>
                    <a:pt x="572786" y="163578"/>
                    <a:pt x="593357" y="185052"/>
                    <a:pt x="621000" y="185052"/>
                  </a:cubicBezTo>
                  <a:cubicBezTo>
                    <a:pt x="637071" y="185052"/>
                    <a:pt x="648643" y="176210"/>
                    <a:pt x="656357" y="163578"/>
                  </a:cubicBezTo>
                  <a:lnTo>
                    <a:pt x="699428" y="163578"/>
                  </a:lnTo>
                  <a:cubicBezTo>
                    <a:pt x="685929" y="199578"/>
                    <a:pt x="655714" y="219789"/>
                    <a:pt x="619071" y="219789"/>
                  </a:cubicBezTo>
                  <a:cubicBezTo>
                    <a:pt x="572143" y="219789"/>
                    <a:pt x="534214" y="181894"/>
                    <a:pt x="534214" y="135158"/>
                  </a:cubicBezTo>
                  <a:cubicBezTo>
                    <a:pt x="534214" y="89684"/>
                    <a:pt x="572143" y="51789"/>
                    <a:pt x="619071" y="51789"/>
                  </a:cubicBezTo>
                  <a:cubicBezTo>
                    <a:pt x="655071" y="51789"/>
                    <a:pt x="687214" y="73263"/>
                    <a:pt x="699428" y="109263"/>
                  </a:cubicBezTo>
                  <a:lnTo>
                    <a:pt x="656357" y="109263"/>
                  </a:lnTo>
                  <a:cubicBezTo>
                    <a:pt x="648000" y="94737"/>
                    <a:pt x="637071" y="86526"/>
                    <a:pt x="619071" y="86526"/>
                  </a:cubicBezTo>
                  <a:cubicBezTo>
                    <a:pt x="592071" y="86526"/>
                    <a:pt x="572786" y="107368"/>
                    <a:pt x="572786" y="135789"/>
                  </a:cubicBezTo>
                  <a:close/>
                  <a:moveTo>
                    <a:pt x="525214" y="118105"/>
                  </a:moveTo>
                  <a:lnTo>
                    <a:pt x="525214" y="214105"/>
                  </a:lnTo>
                  <a:lnTo>
                    <a:pt x="486643" y="214105"/>
                  </a:lnTo>
                  <a:lnTo>
                    <a:pt x="486643" y="132631"/>
                  </a:lnTo>
                  <a:cubicBezTo>
                    <a:pt x="486643" y="99789"/>
                    <a:pt x="475714" y="86526"/>
                    <a:pt x="453857" y="86526"/>
                  </a:cubicBezTo>
                  <a:cubicBezTo>
                    <a:pt x="432000" y="86526"/>
                    <a:pt x="421714" y="101684"/>
                    <a:pt x="421714" y="133263"/>
                  </a:cubicBezTo>
                  <a:lnTo>
                    <a:pt x="421714" y="214736"/>
                  </a:lnTo>
                  <a:lnTo>
                    <a:pt x="383143" y="214736"/>
                  </a:lnTo>
                  <a:lnTo>
                    <a:pt x="383143" y="5053"/>
                  </a:lnTo>
                  <a:lnTo>
                    <a:pt x="421714" y="5053"/>
                  </a:lnTo>
                  <a:lnTo>
                    <a:pt x="421714" y="68210"/>
                  </a:lnTo>
                  <a:cubicBezTo>
                    <a:pt x="433286" y="57474"/>
                    <a:pt x="446786" y="51789"/>
                    <a:pt x="463500" y="51789"/>
                  </a:cubicBezTo>
                  <a:cubicBezTo>
                    <a:pt x="482786" y="51789"/>
                    <a:pt x="525214" y="65052"/>
                    <a:pt x="525214" y="118105"/>
                  </a:cubicBezTo>
                  <a:close/>
                </a:path>
              </a:pathLst>
            </a:custGeom>
            <a:solidFill>
              <a:srgbClr val="001A41"/>
            </a:solidFill>
            <a:ln w="64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" name="Freeform 5">
              <a:extLst>
                <a:ext uri="{FF2B5EF4-FFF2-40B4-BE49-F238E27FC236}">
                  <a16:creationId xmlns:a16="http://schemas.microsoft.com/office/drawing/2014/main" id="{DA87AAB2-6160-F045-C0F8-88842EE0A095}"/>
                </a:ext>
              </a:extLst>
            </p:cNvPr>
            <p:cNvSpPr/>
            <p:nvPr/>
          </p:nvSpPr>
          <p:spPr>
            <a:xfrm>
              <a:off x="728819" y="720451"/>
              <a:ext cx="314999" cy="308841"/>
            </a:xfrm>
            <a:custGeom>
              <a:avLst/>
              <a:gdLst>
                <a:gd name="connsiteX0" fmla="*/ 315000 w 314999"/>
                <a:gd name="connsiteY0" fmla="*/ 154736 h 308841"/>
                <a:gd name="connsiteX1" fmla="*/ 157500 w 314999"/>
                <a:gd name="connsiteY1" fmla="*/ 0 h 308841"/>
                <a:gd name="connsiteX2" fmla="*/ 0 w 314999"/>
                <a:gd name="connsiteY2" fmla="*/ 154736 h 308841"/>
                <a:gd name="connsiteX3" fmla="*/ 147857 w 314999"/>
                <a:gd name="connsiteY3" fmla="*/ 308841 h 308841"/>
                <a:gd name="connsiteX4" fmla="*/ 211500 w 314999"/>
                <a:gd name="connsiteY4" fmla="*/ 176842 h 308841"/>
                <a:gd name="connsiteX5" fmla="*/ 190929 w 314999"/>
                <a:gd name="connsiteY5" fmla="*/ 98526 h 308841"/>
                <a:gd name="connsiteX6" fmla="*/ 246857 w 314999"/>
                <a:gd name="connsiteY6" fmla="*/ 79579 h 308841"/>
                <a:gd name="connsiteX7" fmla="*/ 291214 w 314999"/>
                <a:gd name="connsiteY7" fmla="*/ 171789 h 308841"/>
                <a:gd name="connsiteX8" fmla="*/ 288643 w 314999"/>
                <a:gd name="connsiteY8" fmla="*/ 240631 h 308841"/>
                <a:gd name="connsiteX9" fmla="*/ 315000 w 314999"/>
                <a:gd name="connsiteY9" fmla="*/ 154736 h 308841"/>
                <a:gd name="connsiteX10" fmla="*/ 175500 w 314999"/>
                <a:gd name="connsiteY10" fmla="*/ 73895 h 308841"/>
                <a:gd name="connsiteX11" fmla="*/ 122786 w 314999"/>
                <a:gd name="connsiteY11" fmla="*/ 27158 h 308841"/>
                <a:gd name="connsiteX12" fmla="*/ 222429 w 314999"/>
                <a:gd name="connsiteY12" fmla="*/ 58105 h 308841"/>
                <a:gd name="connsiteX13" fmla="*/ 175500 w 314999"/>
                <a:gd name="connsiteY13" fmla="*/ 73895 h 3088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14999" h="308841">
                  <a:moveTo>
                    <a:pt x="315000" y="154736"/>
                  </a:moveTo>
                  <a:cubicBezTo>
                    <a:pt x="315000" y="69473"/>
                    <a:pt x="244286" y="0"/>
                    <a:pt x="157500" y="0"/>
                  </a:cubicBezTo>
                  <a:cubicBezTo>
                    <a:pt x="70714" y="0"/>
                    <a:pt x="0" y="69473"/>
                    <a:pt x="0" y="154736"/>
                  </a:cubicBezTo>
                  <a:cubicBezTo>
                    <a:pt x="0" y="236841"/>
                    <a:pt x="65571" y="304420"/>
                    <a:pt x="147857" y="308841"/>
                  </a:cubicBezTo>
                  <a:cubicBezTo>
                    <a:pt x="163286" y="296210"/>
                    <a:pt x="211500" y="250736"/>
                    <a:pt x="211500" y="176842"/>
                  </a:cubicBezTo>
                  <a:cubicBezTo>
                    <a:pt x="211500" y="156000"/>
                    <a:pt x="204429" y="118737"/>
                    <a:pt x="190929" y="98526"/>
                  </a:cubicBezTo>
                  <a:lnTo>
                    <a:pt x="246857" y="79579"/>
                  </a:lnTo>
                  <a:cubicBezTo>
                    <a:pt x="246857" y="79579"/>
                    <a:pt x="282214" y="115579"/>
                    <a:pt x="291214" y="171789"/>
                  </a:cubicBezTo>
                  <a:cubicBezTo>
                    <a:pt x="291214" y="171789"/>
                    <a:pt x="297000" y="208420"/>
                    <a:pt x="288643" y="240631"/>
                  </a:cubicBezTo>
                  <a:cubicBezTo>
                    <a:pt x="305357" y="215999"/>
                    <a:pt x="315000" y="186315"/>
                    <a:pt x="315000" y="154736"/>
                  </a:cubicBezTo>
                  <a:close/>
                  <a:moveTo>
                    <a:pt x="175500" y="73895"/>
                  </a:moveTo>
                  <a:cubicBezTo>
                    <a:pt x="175500" y="73895"/>
                    <a:pt x="160071" y="49895"/>
                    <a:pt x="122786" y="27158"/>
                  </a:cubicBezTo>
                  <a:cubicBezTo>
                    <a:pt x="122786" y="27158"/>
                    <a:pt x="176786" y="26526"/>
                    <a:pt x="222429" y="58105"/>
                  </a:cubicBezTo>
                  <a:lnTo>
                    <a:pt x="175500" y="73895"/>
                  </a:lnTo>
                  <a:close/>
                </a:path>
              </a:pathLst>
            </a:custGeom>
            <a:solidFill>
              <a:srgbClr val="FFFFFF"/>
            </a:solidFill>
            <a:ln w="64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3703039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[Plain/Yellow]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C1AE51FD-9722-0E42-9065-BCA1E907795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9999" y="4680000"/>
            <a:ext cx="6228000" cy="360000"/>
          </a:xfrm>
        </p:spPr>
        <p:txBody>
          <a:bodyPr wrap="square">
            <a:noAutofit/>
          </a:bodyPr>
          <a:lstStyle>
            <a:lvl1pPr marL="0" indent="0">
              <a:buNone/>
              <a:defRPr sz="2400" b="0" i="0">
                <a:solidFill>
                  <a:srgbClr val="001A41"/>
                </a:solidFill>
                <a:latin typeface="+mn-lt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 dirty="0"/>
              <a:t>Click to edit Master text styles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26B9860-E63C-4617-AD73-46EE3B25056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720000" y="2050828"/>
            <a:ext cx="6228000" cy="2322000"/>
          </a:xfrm>
        </p:spPr>
        <p:txBody>
          <a:bodyPr/>
          <a:lstStyle>
            <a:lvl1pPr marL="0" indent="0">
              <a:lnSpc>
                <a:spcPct val="74000"/>
              </a:lnSpc>
              <a:buNone/>
              <a:defRPr sz="6600" b="1" i="0" cap="all" spc="-160" baseline="0">
                <a:solidFill>
                  <a:srgbClr val="001A41"/>
                </a:solidFill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8C42BA9B-DD36-F523-20AB-77A46E2D6ADC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616962" y="697083"/>
            <a:ext cx="1825714" cy="359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8496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 [Plain/Dark Blue]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C1AE51FD-9722-0E42-9065-BCA1E907795A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719999" y="4680000"/>
            <a:ext cx="6228000" cy="360000"/>
          </a:xfrm>
        </p:spPr>
        <p:txBody>
          <a:bodyPr wrap="square">
            <a:noAutofit/>
          </a:bodyPr>
          <a:lstStyle>
            <a:lvl1pPr marL="0" indent="0">
              <a:buNone/>
              <a:defRPr sz="2400" b="0" i="0">
                <a:solidFill>
                  <a:schemeClr val="bg1"/>
                </a:solidFill>
                <a:latin typeface="+mn-lt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 dirty="0"/>
              <a:t>Subtitle field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26B9860-E63C-4617-AD73-46EE3B25056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720000" y="2050828"/>
            <a:ext cx="6228000" cy="2322000"/>
          </a:xfrm>
        </p:spPr>
        <p:txBody>
          <a:bodyPr/>
          <a:lstStyle>
            <a:lvl1pPr marL="0" indent="0">
              <a:lnSpc>
                <a:spcPct val="74000"/>
              </a:lnSpc>
              <a:buNone/>
              <a:defRPr sz="6600" b="1" i="0" cap="all" spc="-160" baseline="0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27A4D11A-9074-A6F8-6BBB-FEC97759B49C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616962" y="697083"/>
            <a:ext cx="1825714" cy="359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48657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 [Plain/Eco Blue]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C1AE51FD-9722-0E42-9065-BCA1E907795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9999" y="4680000"/>
            <a:ext cx="6228000" cy="360000"/>
          </a:xfrm>
        </p:spPr>
        <p:txBody>
          <a:bodyPr wrap="square">
            <a:noAutofit/>
          </a:bodyPr>
          <a:lstStyle>
            <a:lvl1pPr marL="0" indent="0">
              <a:buNone/>
              <a:defRPr sz="2400" b="0" i="0">
                <a:solidFill>
                  <a:srgbClr val="001A41"/>
                </a:solidFill>
                <a:latin typeface="+mn-lt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 dirty="0"/>
              <a:t>Click to edit Master text styles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26B9860-E63C-4617-AD73-46EE3B25056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720000" y="2050828"/>
            <a:ext cx="6228000" cy="2322000"/>
          </a:xfrm>
        </p:spPr>
        <p:txBody>
          <a:bodyPr/>
          <a:lstStyle>
            <a:lvl1pPr marL="0" indent="0">
              <a:lnSpc>
                <a:spcPct val="74000"/>
              </a:lnSpc>
              <a:buNone/>
              <a:defRPr sz="6600" b="1" i="0" cap="all" spc="-160" baseline="0">
                <a:solidFill>
                  <a:srgbClr val="001A41"/>
                </a:solidFill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grpSp>
        <p:nvGrpSpPr>
          <p:cNvPr id="10" name="Graphic 2">
            <a:extLst>
              <a:ext uri="{FF2B5EF4-FFF2-40B4-BE49-F238E27FC236}">
                <a16:creationId xmlns:a16="http://schemas.microsoft.com/office/drawing/2014/main" id="{447D2E7B-D9CE-9BE6-6B8C-42B08D589289}"/>
              </a:ext>
            </a:extLst>
          </p:cNvPr>
          <p:cNvGrpSpPr/>
          <p:nvPr userDrawn="1"/>
        </p:nvGrpSpPr>
        <p:grpSpPr>
          <a:xfrm>
            <a:off x="728819" y="720451"/>
            <a:ext cx="1613571" cy="311367"/>
            <a:chOff x="728819" y="720451"/>
            <a:chExt cx="1613571" cy="311367"/>
          </a:xfrm>
        </p:grpSpPr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F39F666A-A4B0-5A9A-35CB-06986A1C0A65}"/>
                </a:ext>
              </a:extLst>
            </p:cNvPr>
            <p:cNvSpPr/>
            <p:nvPr/>
          </p:nvSpPr>
          <p:spPr>
            <a:xfrm>
              <a:off x="1101676" y="764661"/>
              <a:ext cx="1240714" cy="267157"/>
            </a:xfrm>
            <a:custGeom>
              <a:avLst/>
              <a:gdLst>
                <a:gd name="connsiteX0" fmla="*/ 200571 w 1240714"/>
                <a:gd name="connsiteY0" fmla="*/ 121263 h 267157"/>
                <a:gd name="connsiteX1" fmla="*/ 200571 w 1240714"/>
                <a:gd name="connsiteY1" fmla="*/ 214105 h 267157"/>
                <a:gd name="connsiteX2" fmla="*/ 162000 w 1240714"/>
                <a:gd name="connsiteY2" fmla="*/ 214105 h 267157"/>
                <a:gd name="connsiteX3" fmla="*/ 162000 w 1240714"/>
                <a:gd name="connsiteY3" fmla="*/ 135158 h 267157"/>
                <a:gd name="connsiteX4" fmla="*/ 129857 w 1240714"/>
                <a:gd name="connsiteY4" fmla="*/ 85894 h 267157"/>
                <a:gd name="connsiteX5" fmla="*/ 96429 w 1240714"/>
                <a:gd name="connsiteY5" fmla="*/ 128210 h 267157"/>
                <a:gd name="connsiteX6" fmla="*/ 96429 w 1240714"/>
                <a:gd name="connsiteY6" fmla="*/ 214105 h 267157"/>
                <a:gd name="connsiteX7" fmla="*/ 57857 w 1240714"/>
                <a:gd name="connsiteY7" fmla="*/ 214105 h 267157"/>
                <a:gd name="connsiteX8" fmla="*/ 57857 w 1240714"/>
                <a:gd name="connsiteY8" fmla="*/ 56842 h 267157"/>
                <a:gd name="connsiteX9" fmla="*/ 93857 w 1240714"/>
                <a:gd name="connsiteY9" fmla="*/ 56842 h 267157"/>
                <a:gd name="connsiteX10" fmla="*/ 93857 w 1240714"/>
                <a:gd name="connsiteY10" fmla="*/ 70737 h 267157"/>
                <a:gd name="connsiteX11" fmla="*/ 138214 w 1240714"/>
                <a:gd name="connsiteY11" fmla="*/ 51789 h 267157"/>
                <a:gd name="connsiteX12" fmla="*/ 200571 w 1240714"/>
                <a:gd name="connsiteY12" fmla="*/ 121263 h 267157"/>
                <a:gd name="connsiteX13" fmla="*/ 1286 w 1240714"/>
                <a:gd name="connsiteY13" fmla="*/ 56842 h 267157"/>
                <a:gd name="connsiteX14" fmla="*/ 40500 w 1240714"/>
                <a:gd name="connsiteY14" fmla="*/ 56842 h 267157"/>
                <a:gd name="connsiteX15" fmla="*/ 40500 w 1240714"/>
                <a:gd name="connsiteY15" fmla="*/ 214105 h 267157"/>
                <a:gd name="connsiteX16" fmla="*/ 1286 w 1240714"/>
                <a:gd name="connsiteY16" fmla="*/ 214105 h 267157"/>
                <a:gd name="connsiteX17" fmla="*/ 1286 w 1240714"/>
                <a:gd name="connsiteY17" fmla="*/ 56842 h 267157"/>
                <a:gd name="connsiteX18" fmla="*/ 247500 w 1240714"/>
                <a:gd name="connsiteY18" fmla="*/ 135789 h 267157"/>
                <a:gd name="connsiteX19" fmla="*/ 295714 w 1240714"/>
                <a:gd name="connsiteY19" fmla="*/ 185052 h 267157"/>
                <a:gd name="connsiteX20" fmla="*/ 331071 w 1240714"/>
                <a:gd name="connsiteY20" fmla="*/ 163578 h 267157"/>
                <a:gd name="connsiteX21" fmla="*/ 374143 w 1240714"/>
                <a:gd name="connsiteY21" fmla="*/ 163578 h 267157"/>
                <a:gd name="connsiteX22" fmla="*/ 293786 w 1240714"/>
                <a:gd name="connsiteY22" fmla="*/ 219789 h 267157"/>
                <a:gd name="connsiteX23" fmla="*/ 208929 w 1240714"/>
                <a:gd name="connsiteY23" fmla="*/ 135158 h 267157"/>
                <a:gd name="connsiteX24" fmla="*/ 293786 w 1240714"/>
                <a:gd name="connsiteY24" fmla="*/ 51789 h 267157"/>
                <a:gd name="connsiteX25" fmla="*/ 374143 w 1240714"/>
                <a:gd name="connsiteY25" fmla="*/ 109263 h 267157"/>
                <a:gd name="connsiteX26" fmla="*/ 331071 w 1240714"/>
                <a:gd name="connsiteY26" fmla="*/ 109263 h 267157"/>
                <a:gd name="connsiteX27" fmla="*/ 293786 w 1240714"/>
                <a:gd name="connsiteY27" fmla="*/ 86526 h 267157"/>
                <a:gd name="connsiteX28" fmla="*/ 247500 w 1240714"/>
                <a:gd name="connsiteY28" fmla="*/ 135789 h 267157"/>
                <a:gd name="connsiteX29" fmla="*/ 43714 w 1240714"/>
                <a:gd name="connsiteY29" fmla="*/ 21474 h 267157"/>
                <a:gd name="connsiteX30" fmla="*/ 21857 w 1240714"/>
                <a:gd name="connsiteY30" fmla="*/ 42947 h 267157"/>
                <a:gd name="connsiteX31" fmla="*/ 0 w 1240714"/>
                <a:gd name="connsiteY31" fmla="*/ 21474 h 267157"/>
                <a:gd name="connsiteX32" fmla="*/ 21857 w 1240714"/>
                <a:gd name="connsiteY32" fmla="*/ 0 h 267157"/>
                <a:gd name="connsiteX33" fmla="*/ 43714 w 1240714"/>
                <a:gd name="connsiteY33" fmla="*/ 21474 h 267157"/>
                <a:gd name="connsiteX34" fmla="*/ 984857 w 1240714"/>
                <a:gd name="connsiteY34" fmla="*/ 51789 h 267157"/>
                <a:gd name="connsiteX35" fmla="*/ 933428 w 1240714"/>
                <a:gd name="connsiteY35" fmla="*/ 70105 h 267157"/>
                <a:gd name="connsiteX36" fmla="*/ 933428 w 1240714"/>
                <a:gd name="connsiteY36" fmla="*/ 57474 h 267157"/>
                <a:gd name="connsiteX37" fmla="*/ 894214 w 1240714"/>
                <a:gd name="connsiteY37" fmla="*/ 57474 h 267157"/>
                <a:gd name="connsiteX38" fmla="*/ 894214 w 1240714"/>
                <a:gd name="connsiteY38" fmla="*/ 267157 h 267157"/>
                <a:gd name="connsiteX39" fmla="*/ 933428 w 1240714"/>
                <a:gd name="connsiteY39" fmla="*/ 267157 h 267157"/>
                <a:gd name="connsiteX40" fmla="*/ 933428 w 1240714"/>
                <a:gd name="connsiteY40" fmla="*/ 201473 h 267157"/>
                <a:gd name="connsiteX41" fmla="*/ 984857 w 1240714"/>
                <a:gd name="connsiteY41" fmla="*/ 219157 h 267157"/>
                <a:gd name="connsiteX42" fmla="*/ 1067786 w 1240714"/>
                <a:gd name="connsiteY42" fmla="*/ 135789 h 267157"/>
                <a:gd name="connsiteX43" fmla="*/ 984857 w 1240714"/>
                <a:gd name="connsiteY43" fmla="*/ 51789 h 267157"/>
                <a:gd name="connsiteX44" fmla="*/ 980357 w 1240714"/>
                <a:gd name="connsiteY44" fmla="*/ 185052 h 267157"/>
                <a:gd name="connsiteX45" fmla="*/ 931500 w 1240714"/>
                <a:gd name="connsiteY45" fmla="*/ 136421 h 267157"/>
                <a:gd name="connsiteX46" fmla="*/ 981000 w 1240714"/>
                <a:gd name="connsiteY46" fmla="*/ 86526 h 267157"/>
                <a:gd name="connsiteX47" fmla="*/ 1030500 w 1240714"/>
                <a:gd name="connsiteY47" fmla="*/ 135789 h 267157"/>
                <a:gd name="connsiteX48" fmla="*/ 980357 w 1240714"/>
                <a:gd name="connsiteY48" fmla="*/ 185052 h 267157"/>
                <a:gd name="connsiteX49" fmla="*/ 841500 w 1240714"/>
                <a:gd name="connsiteY49" fmla="*/ 70105 h 267157"/>
                <a:gd name="connsiteX50" fmla="*/ 790071 w 1240714"/>
                <a:gd name="connsiteY50" fmla="*/ 51789 h 267157"/>
                <a:gd name="connsiteX51" fmla="*/ 707143 w 1240714"/>
                <a:gd name="connsiteY51" fmla="*/ 135789 h 267157"/>
                <a:gd name="connsiteX52" fmla="*/ 790071 w 1240714"/>
                <a:gd name="connsiteY52" fmla="*/ 219157 h 267157"/>
                <a:gd name="connsiteX53" fmla="*/ 841500 w 1240714"/>
                <a:gd name="connsiteY53" fmla="*/ 201473 h 267157"/>
                <a:gd name="connsiteX54" fmla="*/ 841500 w 1240714"/>
                <a:gd name="connsiteY54" fmla="*/ 214105 h 267157"/>
                <a:gd name="connsiteX55" fmla="*/ 880714 w 1240714"/>
                <a:gd name="connsiteY55" fmla="*/ 214105 h 267157"/>
                <a:gd name="connsiteX56" fmla="*/ 880714 w 1240714"/>
                <a:gd name="connsiteY56" fmla="*/ 56842 h 267157"/>
                <a:gd name="connsiteX57" fmla="*/ 841500 w 1240714"/>
                <a:gd name="connsiteY57" fmla="*/ 56842 h 267157"/>
                <a:gd name="connsiteX58" fmla="*/ 841500 w 1240714"/>
                <a:gd name="connsiteY58" fmla="*/ 70105 h 267157"/>
                <a:gd name="connsiteX59" fmla="*/ 793928 w 1240714"/>
                <a:gd name="connsiteY59" fmla="*/ 185052 h 267157"/>
                <a:gd name="connsiteX60" fmla="*/ 744428 w 1240714"/>
                <a:gd name="connsiteY60" fmla="*/ 135789 h 267157"/>
                <a:gd name="connsiteX61" fmla="*/ 793928 w 1240714"/>
                <a:gd name="connsiteY61" fmla="*/ 86526 h 267157"/>
                <a:gd name="connsiteX62" fmla="*/ 843429 w 1240714"/>
                <a:gd name="connsiteY62" fmla="*/ 136421 h 267157"/>
                <a:gd name="connsiteX63" fmla="*/ 793928 w 1240714"/>
                <a:gd name="connsiteY63" fmla="*/ 185052 h 267157"/>
                <a:gd name="connsiteX64" fmla="*/ 1240714 w 1240714"/>
                <a:gd name="connsiteY64" fmla="*/ 133263 h 267157"/>
                <a:gd name="connsiteX65" fmla="*/ 1157786 w 1240714"/>
                <a:gd name="connsiteY65" fmla="*/ 51789 h 267157"/>
                <a:gd name="connsiteX66" fmla="*/ 1073571 w 1240714"/>
                <a:gd name="connsiteY66" fmla="*/ 136421 h 267157"/>
                <a:gd name="connsiteX67" fmla="*/ 1157786 w 1240714"/>
                <a:gd name="connsiteY67" fmla="*/ 219789 h 267157"/>
                <a:gd name="connsiteX68" fmla="*/ 1234928 w 1240714"/>
                <a:gd name="connsiteY68" fmla="*/ 165473 h 267157"/>
                <a:gd name="connsiteX69" fmla="*/ 1194429 w 1240714"/>
                <a:gd name="connsiteY69" fmla="*/ 165473 h 267157"/>
                <a:gd name="connsiteX70" fmla="*/ 1157786 w 1240714"/>
                <a:gd name="connsiteY70" fmla="*/ 185684 h 267157"/>
                <a:gd name="connsiteX71" fmla="*/ 1113428 w 1240714"/>
                <a:gd name="connsiteY71" fmla="*/ 153473 h 267157"/>
                <a:gd name="connsiteX72" fmla="*/ 1238143 w 1240714"/>
                <a:gd name="connsiteY72" fmla="*/ 153473 h 267157"/>
                <a:gd name="connsiteX73" fmla="*/ 1240714 w 1240714"/>
                <a:gd name="connsiteY73" fmla="*/ 133263 h 267157"/>
                <a:gd name="connsiteX74" fmla="*/ 1113428 w 1240714"/>
                <a:gd name="connsiteY74" fmla="*/ 122526 h 267157"/>
                <a:gd name="connsiteX75" fmla="*/ 1158428 w 1240714"/>
                <a:gd name="connsiteY75" fmla="*/ 86526 h 267157"/>
                <a:gd name="connsiteX76" fmla="*/ 1202143 w 1240714"/>
                <a:gd name="connsiteY76" fmla="*/ 122526 h 267157"/>
                <a:gd name="connsiteX77" fmla="*/ 1113428 w 1240714"/>
                <a:gd name="connsiteY77" fmla="*/ 122526 h 267157"/>
                <a:gd name="connsiteX78" fmla="*/ 572786 w 1240714"/>
                <a:gd name="connsiteY78" fmla="*/ 135789 h 267157"/>
                <a:gd name="connsiteX79" fmla="*/ 621000 w 1240714"/>
                <a:gd name="connsiteY79" fmla="*/ 185052 h 267157"/>
                <a:gd name="connsiteX80" fmla="*/ 656357 w 1240714"/>
                <a:gd name="connsiteY80" fmla="*/ 163578 h 267157"/>
                <a:gd name="connsiteX81" fmla="*/ 699428 w 1240714"/>
                <a:gd name="connsiteY81" fmla="*/ 163578 h 267157"/>
                <a:gd name="connsiteX82" fmla="*/ 619071 w 1240714"/>
                <a:gd name="connsiteY82" fmla="*/ 219789 h 267157"/>
                <a:gd name="connsiteX83" fmla="*/ 534214 w 1240714"/>
                <a:gd name="connsiteY83" fmla="*/ 135158 h 267157"/>
                <a:gd name="connsiteX84" fmla="*/ 619071 w 1240714"/>
                <a:gd name="connsiteY84" fmla="*/ 51789 h 267157"/>
                <a:gd name="connsiteX85" fmla="*/ 699428 w 1240714"/>
                <a:gd name="connsiteY85" fmla="*/ 109263 h 267157"/>
                <a:gd name="connsiteX86" fmla="*/ 656357 w 1240714"/>
                <a:gd name="connsiteY86" fmla="*/ 109263 h 267157"/>
                <a:gd name="connsiteX87" fmla="*/ 619071 w 1240714"/>
                <a:gd name="connsiteY87" fmla="*/ 86526 h 267157"/>
                <a:gd name="connsiteX88" fmla="*/ 572786 w 1240714"/>
                <a:gd name="connsiteY88" fmla="*/ 135789 h 267157"/>
                <a:gd name="connsiteX89" fmla="*/ 525214 w 1240714"/>
                <a:gd name="connsiteY89" fmla="*/ 118105 h 267157"/>
                <a:gd name="connsiteX90" fmla="*/ 525214 w 1240714"/>
                <a:gd name="connsiteY90" fmla="*/ 214105 h 267157"/>
                <a:gd name="connsiteX91" fmla="*/ 486643 w 1240714"/>
                <a:gd name="connsiteY91" fmla="*/ 214105 h 267157"/>
                <a:gd name="connsiteX92" fmla="*/ 486643 w 1240714"/>
                <a:gd name="connsiteY92" fmla="*/ 132631 h 267157"/>
                <a:gd name="connsiteX93" fmla="*/ 453857 w 1240714"/>
                <a:gd name="connsiteY93" fmla="*/ 86526 h 267157"/>
                <a:gd name="connsiteX94" fmla="*/ 421714 w 1240714"/>
                <a:gd name="connsiteY94" fmla="*/ 133263 h 267157"/>
                <a:gd name="connsiteX95" fmla="*/ 421714 w 1240714"/>
                <a:gd name="connsiteY95" fmla="*/ 214736 h 267157"/>
                <a:gd name="connsiteX96" fmla="*/ 383143 w 1240714"/>
                <a:gd name="connsiteY96" fmla="*/ 214736 h 267157"/>
                <a:gd name="connsiteX97" fmla="*/ 383143 w 1240714"/>
                <a:gd name="connsiteY97" fmla="*/ 5053 h 267157"/>
                <a:gd name="connsiteX98" fmla="*/ 421714 w 1240714"/>
                <a:gd name="connsiteY98" fmla="*/ 5053 h 267157"/>
                <a:gd name="connsiteX99" fmla="*/ 421714 w 1240714"/>
                <a:gd name="connsiteY99" fmla="*/ 68210 h 267157"/>
                <a:gd name="connsiteX100" fmla="*/ 463500 w 1240714"/>
                <a:gd name="connsiteY100" fmla="*/ 51789 h 267157"/>
                <a:gd name="connsiteX101" fmla="*/ 525214 w 1240714"/>
                <a:gd name="connsiteY101" fmla="*/ 118105 h 26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</a:cxnLst>
              <a:rect l="l" t="t" r="r" b="b"/>
              <a:pathLst>
                <a:path w="1240714" h="267157">
                  <a:moveTo>
                    <a:pt x="200571" y="121263"/>
                  </a:moveTo>
                  <a:lnTo>
                    <a:pt x="200571" y="214105"/>
                  </a:lnTo>
                  <a:lnTo>
                    <a:pt x="162000" y="214105"/>
                  </a:lnTo>
                  <a:lnTo>
                    <a:pt x="162000" y="135158"/>
                  </a:lnTo>
                  <a:cubicBezTo>
                    <a:pt x="162000" y="102947"/>
                    <a:pt x="151071" y="85894"/>
                    <a:pt x="129857" y="85894"/>
                  </a:cubicBezTo>
                  <a:cubicBezTo>
                    <a:pt x="118286" y="85894"/>
                    <a:pt x="96429" y="93473"/>
                    <a:pt x="96429" y="128210"/>
                  </a:cubicBezTo>
                  <a:lnTo>
                    <a:pt x="96429" y="214105"/>
                  </a:lnTo>
                  <a:lnTo>
                    <a:pt x="57857" y="214105"/>
                  </a:lnTo>
                  <a:lnTo>
                    <a:pt x="57857" y="56842"/>
                  </a:lnTo>
                  <a:lnTo>
                    <a:pt x="93857" y="56842"/>
                  </a:lnTo>
                  <a:lnTo>
                    <a:pt x="93857" y="70737"/>
                  </a:lnTo>
                  <a:cubicBezTo>
                    <a:pt x="106714" y="58737"/>
                    <a:pt x="119571" y="51789"/>
                    <a:pt x="138214" y="51789"/>
                  </a:cubicBezTo>
                  <a:cubicBezTo>
                    <a:pt x="158786" y="51789"/>
                    <a:pt x="200571" y="64421"/>
                    <a:pt x="200571" y="121263"/>
                  </a:cubicBezTo>
                  <a:close/>
                  <a:moveTo>
                    <a:pt x="1286" y="56842"/>
                  </a:moveTo>
                  <a:lnTo>
                    <a:pt x="40500" y="56842"/>
                  </a:lnTo>
                  <a:lnTo>
                    <a:pt x="40500" y="214105"/>
                  </a:lnTo>
                  <a:lnTo>
                    <a:pt x="1286" y="214105"/>
                  </a:lnTo>
                  <a:lnTo>
                    <a:pt x="1286" y="56842"/>
                  </a:lnTo>
                  <a:close/>
                  <a:moveTo>
                    <a:pt x="247500" y="135789"/>
                  </a:moveTo>
                  <a:cubicBezTo>
                    <a:pt x="247500" y="163578"/>
                    <a:pt x="268071" y="185052"/>
                    <a:pt x="295714" y="185052"/>
                  </a:cubicBezTo>
                  <a:cubicBezTo>
                    <a:pt x="311786" y="185052"/>
                    <a:pt x="323357" y="176210"/>
                    <a:pt x="331071" y="163578"/>
                  </a:cubicBezTo>
                  <a:lnTo>
                    <a:pt x="374143" y="163578"/>
                  </a:lnTo>
                  <a:cubicBezTo>
                    <a:pt x="360643" y="199578"/>
                    <a:pt x="330429" y="219789"/>
                    <a:pt x="293786" y="219789"/>
                  </a:cubicBezTo>
                  <a:cubicBezTo>
                    <a:pt x="246857" y="219789"/>
                    <a:pt x="208929" y="181894"/>
                    <a:pt x="208929" y="135158"/>
                  </a:cubicBezTo>
                  <a:cubicBezTo>
                    <a:pt x="208929" y="89684"/>
                    <a:pt x="246857" y="51789"/>
                    <a:pt x="293786" y="51789"/>
                  </a:cubicBezTo>
                  <a:cubicBezTo>
                    <a:pt x="329786" y="51789"/>
                    <a:pt x="361929" y="73263"/>
                    <a:pt x="374143" y="109263"/>
                  </a:cubicBezTo>
                  <a:lnTo>
                    <a:pt x="331071" y="109263"/>
                  </a:lnTo>
                  <a:cubicBezTo>
                    <a:pt x="322714" y="94737"/>
                    <a:pt x="311786" y="86526"/>
                    <a:pt x="293786" y="86526"/>
                  </a:cubicBezTo>
                  <a:cubicBezTo>
                    <a:pt x="266786" y="86526"/>
                    <a:pt x="247500" y="107368"/>
                    <a:pt x="247500" y="135789"/>
                  </a:cubicBezTo>
                  <a:close/>
                  <a:moveTo>
                    <a:pt x="43714" y="21474"/>
                  </a:moveTo>
                  <a:cubicBezTo>
                    <a:pt x="43714" y="33474"/>
                    <a:pt x="34071" y="42947"/>
                    <a:pt x="21857" y="42947"/>
                  </a:cubicBezTo>
                  <a:cubicBezTo>
                    <a:pt x="9643" y="42947"/>
                    <a:pt x="0" y="33474"/>
                    <a:pt x="0" y="21474"/>
                  </a:cubicBezTo>
                  <a:cubicBezTo>
                    <a:pt x="0" y="9474"/>
                    <a:pt x="9643" y="0"/>
                    <a:pt x="21857" y="0"/>
                  </a:cubicBezTo>
                  <a:cubicBezTo>
                    <a:pt x="34071" y="0"/>
                    <a:pt x="43714" y="9474"/>
                    <a:pt x="43714" y="21474"/>
                  </a:cubicBezTo>
                  <a:close/>
                  <a:moveTo>
                    <a:pt x="984857" y="51789"/>
                  </a:moveTo>
                  <a:cubicBezTo>
                    <a:pt x="964928" y="51789"/>
                    <a:pt x="946928" y="58737"/>
                    <a:pt x="933428" y="70105"/>
                  </a:cubicBezTo>
                  <a:lnTo>
                    <a:pt x="933428" y="57474"/>
                  </a:lnTo>
                  <a:lnTo>
                    <a:pt x="894214" y="57474"/>
                  </a:lnTo>
                  <a:lnTo>
                    <a:pt x="894214" y="267157"/>
                  </a:lnTo>
                  <a:lnTo>
                    <a:pt x="933428" y="267157"/>
                  </a:lnTo>
                  <a:lnTo>
                    <a:pt x="933428" y="201473"/>
                  </a:lnTo>
                  <a:cubicBezTo>
                    <a:pt x="947571" y="212842"/>
                    <a:pt x="964928" y="219157"/>
                    <a:pt x="984857" y="219157"/>
                  </a:cubicBezTo>
                  <a:cubicBezTo>
                    <a:pt x="1030500" y="219157"/>
                    <a:pt x="1067786" y="180631"/>
                    <a:pt x="1067786" y="135789"/>
                  </a:cubicBezTo>
                  <a:cubicBezTo>
                    <a:pt x="1067786" y="90316"/>
                    <a:pt x="1031786" y="51789"/>
                    <a:pt x="984857" y="51789"/>
                  </a:cubicBezTo>
                  <a:close/>
                  <a:moveTo>
                    <a:pt x="980357" y="185052"/>
                  </a:moveTo>
                  <a:cubicBezTo>
                    <a:pt x="952071" y="185052"/>
                    <a:pt x="931500" y="162315"/>
                    <a:pt x="931500" y="136421"/>
                  </a:cubicBezTo>
                  <a:cubicBezTo>
                    <a:pt x="931500" y="110526"/>
                    <a:pt x="952071" y="86526"/>
                    <a:pt x="981000" y="86526"/>
                  </a:cubicBezTo>
                  <a:cubicBezTo>
                    <a:pt x="1008000" y="86526"/>
                    <a:pt x="1030500" y="109894"/>
                    <a:pt x="1030500" y="135789"/>
                  </a:cubicBezTo>
                  <a:cubicBezTo>
                    <a:pt x="1029857" y="162315"/>
                    <a:pt x="1009286" y="185052"/>
                    <a:pt x="980357" y="185052"/>
                  </a:cubicBezTo>
                  <a:close/>
                  <a:moveTo>
                    <a:pt x="841500" y="70105"/>
                  </a:moveTo>
                  <a:cubicBezTo>
                    <a:pt x="827357" y="58737"/>
                    <a:pt x="810000" y="51789"/>
                    <a:pt x="790071" y="51789"/>
                  </a:cubicBezTo>
                  <a:cubicBezTo>
                    <a:pt x="743143" y="51789"/>
                    <a:pt x="707143" y="90316"/>
                    <a:pt x="707143" y="135789"/>
                  </a:cubicBezTo>
                  <a:cubicBezTo>
                    <a:pt x="707143" y="181263"/>
                    <a:pt x="744428" y="219157"/>
                    <a:pt x="790071" y="219157"/>
                  </a:cubicBezTo>
                  <a:cubicBezTo>
                    <a:pt x="810000" y="219157"/>
                    <a:pt x="828000" y="212842"/>
                    <a:pt x="841500" y="201473"/>
                  </a:cubicBezTo>
                  <a:lnTo>
                    <a:pt x="841500" y="214105"/>
                  </a:lnTo>
                  <a:lnTo>
                    <a:pt x="880714" y="214105"/>
                  </a:lnTo>
                  <a:lnTo>
                    <a:pt x="880714" y="56842"/>
                  </a:lnTo>
                  <a:lnTo>
                    <a:pt x="841500" y="56842"/>
                  </a:lnTo>
                  <a:lnTo>
                    <a:pt x="841500" y="70105"/>
                  </a:lnTo>
                  <a:close/>
                  <a:moveTo>
                    <a:pt x="793928" y="185052"/>
                  </a:moveTo>
                  <a:cubicBezTo>
                    <a:pt x="765000" y="185052"/>
                    <a:pt x="744428" y="162315"/>
                    <a:pt x="744428" y="135789"/>
                  </a:cubicBezTo>
                  <a:cubicBezTo>
                    <a:pt x="744428" y="109263"/>
                    <a:pt x="766286" y="86526"/>
                    <a:pt x="793928" y="86526"/>
                  </a:cubicBezTo>
                  <a:cubicBezTo>
                    <a:pt x="822214" y="86526"/>
                    <a:pt x="843429" y="110526"/>
                    <a:pt x="843429" y="136421"/>
                  </a:cubicBezTo>
                  <a:cubicBezTo>
                    <a:pt x="842786" y="162315"/>
                    <a:pt x="822857" y="185052"/>
                    <a:pt x="793928" y="185052"/>
                  </a:cubicBezTo>
                  <a:close/>
                  <a:moveTo>
                    <a:pt x="1240714" y="133263"/>
                  </a:moveTo>
                  <a:cubicBezTo>
                    <a:pt x="1240714" y="87158"/>
                    <a:pt x="1204714" y="51789"/>
                    <a:pt x="1157786" y="51789"/>
                  </a:cubicBezTo>
                  <a:cubicBezTo>
                    <a:pt x="1108928" y="51789"/>
                    <a:pt x="1073571" y="89684"/>
                    <a:pt x="1073571" y="136421"/>
                  </a:cubicBezTo>
                  <a:cubicBezTo>
                    <a:pt x="1073571" y="182526"/>
                    <a:pt x="1109571" y="219789"/>
                    <a:pt x="1157786" y="219789"/>
                  </a:cubicBezTo>
                  <a:cubicBezTo>
                    <a:pt x="1191857" y="219789"/>
                    <a:pt x="1224643" y="197052"/>
                    <a:pt x="1234928" y="165473"/>
                  </a:cubicBezTo>
                  <a:lnTo>
                    <a:pt x="1194429" y="165473"/>
                  </a:lnTo>
                  <a:cubicBezTo>
                    <a:pt x="1186714" y="179368"/>
                    <a:pt x="1173214" y="185684"/>
                    <a:pt x="1157786" y="185684"/>
                  </a:cubicBezTo>
                  <a:cubicBezTo>
                    <a:pt x="1134000" y="185684"/>
                    <a:pt x="1116643" y="167368"/>
                    <a:pt x="1113428" y="153473"/>
                  </a:cubicBezTo>
                  <a:lnTo>
                    <a:pt x="1238143" y="153473"/>
                  </a:lnTo>
                  <a:cubicBezTo>
                    <a:pt x="1240071" y="145894"/>
                    <a:pt x="1240714" y="139579"/>
                    <a:pt x="1240714" y="133263"/>
                  </a:cubicBezTo>
                  <a:close/>
                  <a:moveTo>
                    <a:pt x="1113428" y="122526"/>
                  </a:moveTo>
                  <a:cubicBezTo>
                    <a:pt x="1119214" y="98526"/>
                    <a:pt x="1137214" y="86526"/>
                    <a:pt x="1158428" y="86526"/>
                  </a:cubicBezTo>
                  <a:cubicBezTo>
                    <a:pt x="1182214" y="86526"/>
                    <a:pt x="1198286" y="99789"/>
                    <a:pt x="1202143" y="122526"/>
                  </a:cubicBezTo>
                  <a:lnTo>
                    <a:pt x="1113428" y="122526"/>
                  </a:lnTo>
                  <a:close/>
                  <a:moveTo>
                    <a:pt x="572786" y="135789"/>
                  </a:moveTo>
                  <a:cubicBezTo>
                    <a:pt x="572786" y="163578"/>
                    <a:pt x="593357" y="185052"/>
                    <a:pt x="621000" y="185052"/>
                  </a:cubicBezTo>
                  <a:cubicBezTo>
                    <a:pt x="637071" y="185052"/>
                    <a:pt x="648643" y="176210"/>
                    <a:pt x="656357" y="163578"/>
                  </a:cubicBezTo>
                  <a:lnTo>
                    <a:pt x="699428" y="163578"/>
                  </a:lnTo>
                  <a:cubicBezTo>
                    <a:pt x="685929" y="199578"/>
                    <a:pt x="655714" y="219789"/>
                    <a:pt x="619071" y="219789"/>
                  </a:cubicBezTo>
                  <a:cubicBezTo>
                    <a:pt x="572143" y="219789"/>
                    <a:pt x="534214" y="181894"/>
                    <a:pt x="534214" y="135158"/>
                  </a:cubicBezTo>
                  <a:cubicBezTo>
                    <a:pt x="534214" y="89684"/>
                    <a:pt x="572143" y="51789"/>
                    <a:pt x="619071" y="51789"/>
                  </a:cubicBezTo>
                  <a:cubicBezTo>
                    <a:pt x="655071" y="51789"/>
                    <a:pt x="687214" y="73263"/>
                    <a:pt x="699428" y="109263"/>
                  </a:cubicBezTo>
                  <a:lnTo>
                    <a:pt x="656357" y="109263"/>
                  </a:lnTo>
                  <a:cubicBezTo>
                    <a:pt x="648000" y="94737"/>
                    <a:pt x="637071" y="86526"/>
                    <a:pt x="619071" y="86526"/>
                  </a:cubicBezTo>
                  <a:cubicBezTo>
                    <a:pt x="592071" y="86526"/>
                    <a:pt x="572786" y="107368"/>
                    <a:pt x="572786" y="135789"/>
                  </a:cubicBezTo>
                  <a:close/>
                  <a:moveTo>
                    <a:pt x="525214" y="118105"/>
                  </a:moveTo>
                  <a:lnTo>
                    <a:pt x="525214" y="214105"/>
                  </a:lnTo>
                  <a:lnTo>
                    <a:pt x="486643" y="214105"/>
                  </a:lnTo>
                  <a:lnTo>
                    <a:pt x="486643" y="132631"/>
                  </a:lnTo>
                  <a:cubicBezTo>
                    <a:pt x="486643" y="99789"/>
                    <a:pt x="475714" y="86526"/>
                    <a:pt x="453857" y="86526"/>
                  </a:cubicBezTo>
                  <a:cubicBezTo>
                    <a:pt x="432000" y="86526"/>
                    <a:pt x="421714" y="101684"/>
                    <a:pt x="421714" y="133263"/>
                  </a:cubicBezTo>
                  <a:lnTo>
                    <a:pt x="421714" y="214736"/>
                  </a:lnTo>
                  <a:lnTo>
                    <a:pt x="383143" y="214736"/>
                  </a:lnTo>
                  <a:lnTo>
                    <a:pt x="383143" y="5053"/>
                  </a:lnTo>
                  <a:lnTo>
                    <a:pt x="421714" y="5053"/>
                  </a:lnTo>
                  <a:lnTo>
                    <a:pt x="421714" y="68210"/>
                  </a:lnTo>
                  <a:cubicBezTo>
                    <a:pt x="433286" y="57474"/>
                    <a:pt x="446786" y="51789"/>
                    <a:pt x="463500" y="51789"/>
                  </a:cubicBezTo>
                  <a:cubicBezTo>
                    <a:pt x="482786" y="51789"/>
                    <a:pt x="525214" y="65052"/>
                    <a:pt x="525214" y="118105"/>
                  </a:cubicBezTo>
                  <a:close/>
                </a:path>
              </a:pathLst>
            </a:custGeom>
            <a:solidFill>
              <a:srgbClr val="001A41"/>
            </a:solidFill>
            <a:ln w="64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" name="Freeform 12">
              <a:extLst>
                <a:ext uri="{FF2B5EF4-FFF2-40B4-BE49-F238E27FC236}">
                  <a16:creationId xmlns:a16="http://schemas.microsoft.com/office/drawing/2014/main" id="{AE0B0C56-3949-641A-493E-BC1A232F7592}"/>
                </a:ext>
              </a:extLst>
            </p:cNvPr>
            <p:cNvSpPr/>
            <p:nvPr/>
          </p:nvSpPr>
          <p:spPr>
            <a:xfrm>
              <a:off x="728819" y="720451"/>
              <a:ext cx="314999" cy="308841"/>
            </a:xfrm>
            <a:custGeom>
              <a:avLst/>
              <a:gdLst>
                <a:gd name="connsiteX0" fmla="*/ 315000 w 314999"/>
                <a:gd name="connsiteY0" fmla="*/ 154736 h 308841"/>
                <a:gd name="connsiteX1" fmla="*/ 157500 w 314999"/>
                <a:gd name="connsiteY1" fmla="*/ 0 h 308841"/>
                <a:gd name="connsiteX2" fmla="*/ 0 w 314999"/>
                <a:gd name="connsiteY2" fmla="*/ 154736 h 308841"/>
                <a:gd name="connsiteX3" fmla="*/ 147857 w 314999"/>
                <a:gd name="connsiteY3" fmla="*/ 308841 h 308841"/>
                <a:gd name="connsiteX4" fmla="*/ 211500 w 314999"/>
                <a:gd name="connsiteY4" fmla="*/ 176842 h 308841"/>
                <a:gd name="connsiteX5" fmla="*/ 190929 w 314999"/>
                <a:gd name="connsiteY5" fmla="*/ 98526 h 308841"/>
                <a:gd name="connsiteX6" fmla="*/ 246857 w 314999"/>
                <a:gd name="connsiteY6" fmla="*/ 79579 h 308841"/>
                <a:gd name="connsiteX7" fmla="*/ 291214 w 314999"/>
                <a:gd name="connsiteY7" fmla="*/ 171789 h 308841"/>
                <a:gd name="connsiteX8" fmla="*/ 288643 w 314999"/>
                <a:gd name="connsiteY8" fmla="*/ 240631 h 308841"/>
                <a:gd name="connsiteX9" fmla="*/ 315000 w 314999"/>
                <a:gd name="connsiteY9" fmla="*/ 154736 h 308841"/>
                <a:gd name="connsiteX10" fmla="*/ 175500 w 314999"/>
                <a:gd name="connsiteY10" fmla="*/ 73895 h 308841"/>
                <a:gd name="connsiteX11" fmla="*/ 122786 w 314999"/>
                <a:gd name="connsiteY11" fmla="*/ 27158 h 308841"/>
                <a:gd name="connsiteX12" fmla="*/ 222429 w 314999"/>
                <a:gd name="connsiteY12" fmla="*/ 58105 h 308841"/>
                <a:gd name="connsiteX13" fmla="*/ 175500 w 314999"/>
                <a:gd name="connsiteY13" fmla="*/ 73895 h 3088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14999" h="308841">
                  <a:moveTo>
                    <a:pt x="315000" y="154736"/>
                  </a:moveTo>
                  <a:cubicBezTo>
                    <a:pt x="315000" y="69473"/>
                    <a:pt x="244286" y="0"/>
                    <a:pt x="157500" y="0"/>
                  </a:cubicBezTo>
                  <a:cubicBezTo>
                    <a:pt x="70714" y="0"/>
                    <a:pt x="0" y="69473"/>
                    <a:pt x="0" y="154736"/>
                  </a:cubicBezTo>
                  <a:cubicBezTo>
                    <a:pt x="0" y="236841"/>
                    <a:pt x="65571" y="304420"/>
                    <a:pt x="147857" y="308841"/>
                  </a:cubicBezTo>
                  <a:cubicBezTo>
                    <a:pt x="163286" y="296210"/>
                    <a:pt x="211500" y="250736"/>
                    <a:pt x="211500" y="176842"/>
                  </a:cubicBezTo>
                  <a:cubicBezTo>
                    <a:pt x="211500" y="156000"/>
                    <a:pt x="204429" y="118737"/>
                    <a:pt x="190929" y="98526"/>
                  </a:cubicBezTo>
                  <a:lnTo>
                    <a:pt x="246857" y="79579"/>
                  </a:lnTo>
                  <a:cubicBezTo>
                    <a:pt x="246857" y="79579"/>
                    <a:pt x="282214" y="115579"/>
                    <a:pt x="291214" y="171789"/>
                  </a:cubicBezTo>
                  <a:cubicBezTo>
                    <a:pt x="291214" y="171789"/>
                    <a:pt x="297000" y="208420"/>
                    <a:pt x="288643" y="240631"/>
                  </a:cubicBezTo>
                  <a:cubicBezTo>
                    <a:pt x="305357" y="215999"/>
                    <a:pt x="315000" y="186315"/>
                    <a:pt x="315000" y="154736"/>
                  </a:cubicBezTo>
                  <a:close/>
                  <a:moveTo>
                    <a:pt x="175500" y="73895"/>
                  </a:moveTo>
                  <a:cubicBezTo>
                    <a:pt x="175500" y="73895"/>
                    <a:pt x="160071" y="49895"/>
                    <a:pt x="122786" y="27158"/>
                  </a:cubicBezTo>
                  <a:cubicBezTo>
                    <a:pt x="122786" y="27158"/>
                    <a:pt x="176786" y="26526"/>
                    <a:pt x="222429" y="58105"/>
                  </a:cubicBezTo>
                  <a:lnTo>
                    <a:pt x="175500" y="73895"/>
                  </a:lnTo>
                  <a:close/>
                </a:path>
              </a:pathLst>
            </a:custGeom>
            <a:solidFill>
              <a:srgbClr val="FFFFFF"/>
            </a:solidFill>
            <a:ln w="64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358353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 [Plain/Yellow]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C1AE51FD-9722-0E42-9065-BCA1E907795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9999" y="4680000"/>
            <a:ext cx="6228000" cy="360000"/>
          </a:xfrm>
        </p:spPr>
        <p:txBody>
          <a:bodyPr wrap="square">
            <a:noAutofit/>
          </a:bodyPr>
          <a:lstStyle>
            <a:lvl1pPr marL="0" indent="0">
              <a:buNone/>
              <a:defRPr sz="2400" b="0" i="0">
                <a:solidFill>
                  <a:srgbClr val="001A41"/>
                </a:solidFill>
                <a:latin typeface="+mn-lt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 dirty="0"/>
              <a:t>Click to edit Master text styles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26B9860-E63C-4617-AD73-46EE3B25056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720000" y="2050828"/>
            <a:ext cx="6228000" cy="2322000"/>
          </a:xfrm>
        </p:spPr>
        <p:txBody>
          <a:bodyPr/>
          <a:lstStyle>
            <a:lvl1pPr marL="0" indent="0">
              <a:lnSpc>
                <a:spcPct val="74000"/>
              </a:lnSpc>
              <a:buNone/>
              <a:defRPr sz="6600" b="1" i="0" cap="all" spc="-160" baseline="0">
                <a:solidFill>
                  <a:srgbClr val="001A41"/>
                </a:solidFill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8C42BA9B-DD36-F523-20AB-77A46E2D6ADC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616962" y="697083"/>
            <a:ext cx="1825714" cy="359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26622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ulti-Purpos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1CF136-49AE-0C45-ABE5-610F2497F6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wrap="square" lIns="0" tIns="0" rIns="0" bIns="0" rtlCol="0" anchor="t" anchorCtr="0">
            <a:spAutoFit/>
          </a:bodyPr>
          <a:lstStyle>
            <a:lvl1pPr>
              <a:defRPr lang="en-GB" b="1" i="0" dirty="0">
                <a:solidFill>
                  <a:srgbClr val="001A41"/>
                </a:solidFill>
                <a:latin typeface="+mj-lt"/>
              </a:defRPr>
            </a:lvl1pPr>
          </a:lstStyle>
          <a:p>
            <a:pPr lvl="0"/>
            <a:r>
              <a:rPr lang="en-GB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89DE50-8F88-A444-A742-E8FB1A45102B}"/>
              </a:ext>
            </a:extLst>
          </p:cNvPr>
          <p:cNvSpPr>
            <a:spLocks noGrp="1"/>
          </p:cNvSpPr>
          <p:nvPr>
            <p:ph idx="1" hasCustomPrompt="1"/>
          </p:nvPr>
        </p:nvSpPr>
        <p:spPr/>
        <p:txBody>
          <a:bodyPr/>
          <a:lstStyle>
            <a:lvl1pPr marL="179388" indent="-179388">
              <a:tabLst/>
              <a:defRPr b="0" i="0">
                <a:solidFill>
                  <a:srgbClr val="001A41"/>
                </a:solidFill>
                <a:latin typeface="+mn-lt"/>
              </a:defRPr>
            </a:lvl1pPr>
            <a:lvl2pPr marL="504825" indent="-152400">
              <a:tabLst/>
              <a:defRPr b="0" i="0">
                <a:solidFill>
                  <a:srgbClr val="001A41"/>
                </a:solidFill>
                <a:latin typeface="+mn-lt"/>
              </a:defRPr>
            </a:lvl2pPr>
            <a:lvl3pPr marL="827088" indent="-142875">
              <a:tabLst/>
              <a:defRPr b="0" i="0">
                <a:solidFill>
                  <a:srgbClr val="001A41"/>
                </a:solidFill>
                <a:latin typeface="+mn-lt"/>
              </a:defRPr>
            </a:lvl3pPr>
            <a:lvl4pPr marL="1150938" indent="-122238">
              <a:tabLst/>
              <a:defRPr b="0" i="0">
                <a:solidFill>
                  <a:srgbClr val="001A41"/>
                </a:solidFill>
                <a:latin typeface="+mn-lt"/>
              </a:defRPr>
            </a:lvl4pPr>
            <a:lvl5pPr marL="1474788" indent="-114300">
              <a:tabLst/>
              <a:defRPr b="0" i="0">
                <a:solidFill>
                  <a:srgbClr val="001A41"/>
                </a:solidFill>
                <a:latin typeface="+mn-lt"/>
              </a:defRPr>
            </a:lvl5pPr>
          </a:lstStyle>
          <a:p>
            <a:pPr lvl="0"/>
            <a:r>
              <a:rPr lang="en-GB" dirty="0"/>
              <a:t>Click to edit text or click on an icon below to add table / chart / media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90730F-D896-DB4E-A061-3270DD54C8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0" i="0">
                <a:solidFill>
                  <a:srgbClr val="001A41"/>
                </a:solidFill>
                <a:latin typeface="+mn-lt"/>
              </a:defRPr>
            </a:lvl1pPr>
          </a:lstStyle>
          <a:p>
            <a:r>
              <a:rPr lang="en-GB"/>
              <a:t>Inchcape</a:t>
            </a:r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112E25-1A50-7747-BBAF-12C1FA9755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0" i="0">
                <a:latin typeface="+mn-lt"/>
              </a:defRPr>
            </a:lvl1pPr>
          </a:lstStyle>
          <a:p>
            <a:fld id="{9A24425F-4E86-FA46-A893-E19B561985DA}" type="slidenum">
              <a:rPr lang="en-GB" smtClean="0"/>
              <a:pPr/>
              <a:t>‹Nº›</a:t>
            </a:fld>
            <a:endParaRPr lang="en-GB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5EA363FA-79FE-C74A-B93A-F38EE273D6C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20725" y="6482967"/>
            <a:ext cx="1240724" cy="123111"/>
          </a:xfrm>
        </p:spPr>
        <p:txBody>
          <a:bodyPr vert="horz" wrap="none" lIns="0" tIns="0" rIns="0" bIns="0" rtlCol="0" anchor="ctr">
            <a:sp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GB" sz="800" dirty="0"/>
            </a:lvl1pPr>
          </a:lstStyle>
          <a:p>
            <a:pPr lvl="0"/>
            <a:r>
              <a:rPr lang="en-GB" dirty="0"/>
              <a:t>Source &amp; footnotes field</a:t>
            </a:r>
          </a:p>
        </p:txBody>
      </p:sp>
    </p:spTree>
    <p:extLst>
      <p:ext uri="{BB962C8B-B14F-4D97-AF65-F5344CB8AC3E}">
        <p14:creationId xmlns:p14="http://schemas.microsoft.com/office/powerpoint/2010/main" val="277089369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ulti-Purpose Content x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1CF136-49AE-0C45-ABE5-610F2497F6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9998" y="540000"/>
            <a:ext cx="10753200" cy="392415"/>
          </a:xfrm>
        </p:spPr>
        <p:txBody>
          <a:bodyPr vert="horz" wrap="square" lIns="0" tIns="0" rIns="0" bIns="0" rtlCol="0" anchor="t" anchorCtr="0">
            <a:spAutoFit/>
          </a:bodyPr>
          <a:lstStyle>
            <a:lvl1pPr>
              <a:defRPr lang="en-GB" b="1" i="0" dirty="0">
                <a:solidFill>
                  <a:srgbClr val="001A41"/>
                </a:solidFill>
                <a:latin typeface="+mj-lt"/>
              </a:defRPr>
            </a:lvl1pPr>
          </a:lstStyle>
          <a:p>
            <a:pPr lvl="0"/>
            <a:r>
              <a:rPr lang="en-GB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89DE50-8F88-A444-A742-E8FB1A45102B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720000" y="1422400"/>
            <a:ext cx="4968000" cy="4851400"/>
          </a:xfrm>
        </p:spPr>
        <p:txBody>
          <a:bodyPr/>
          <a:lstStyle>
            <a:lvl1pPr marL="179388" indent="-179388">
              <a:tabLst/>
              <a:defRPr b="0" i="0">
                <a:solidFill>
                  <a:srgbClr val="001A41"/>
                </a:solidFill>
                <a:latin typeface="+mn-lt"/>
              </a:defRPr>
            </a:lvl1pPr>
            <a:lvl2pPr marL="504825" indent="-152400">
              <a:tabLst/>
              <a:defRPr b="0" i="0">
                <a:solidFill>
                  <a:srgbClr val="001A41"/>
                </a:solidFill>
                <a:latin typeface="+mn-lt"/>
              </a:defRPr>
            </a:lvl2pPr>
            <a:lvl3pPr marL="827088" indent="-142875">
              <a:tabLst/>
              <a:defRPr b="0" i="0">
                <a:solidFill>
                  <a:srgbClr val="001A41"/>
                </a:solidFill>
                <a:latin typeface="+mn-lt"/>
              </a:defRPr>
            </a:lvl3pPr>
            <a:lvl4pPr marL="1150938" indent="-122238">
              <a:tabLst/>
              <a:defRPr b="0" i="0">
                <a:solidFill>
                  <a:srgbClr val="001A41"/>
                </a:solidFill>
                <a:latin typeface="+mn-lt"/>
              </a:defRPr>
            </a:lvl4pPr>
            <a:lvl5pPr marL="1474788" indent="-114300">
              <a:tabLst/>
              <a:defRPr b="0" i="0">
                <a:solidFill>
                  <a:srgbClr val="001A41"/>
                </a:solidFill>
                <a:latin typeface="+mn-lt"/>
              </a:defRPr>
            </a:lvl5pPr>
          </a:lstStyle>
          <a:p>
            <a:pPr lvl="0"/>
            <a:r>
              <a:rPr lang="en-GB" dirty="0"/>
              <a:t>Click to edit text or click on an icon below to add table / chart / media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90730F-D896-DB4E-A061-3270DD54C8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0" i="0">
                <a:solidFill>
                  <a:srgbClr val="001A41"/>
                </a:solidFill>
                <a:latin typeface="+mn-lt"/>
              </a:defRPr>
            </a:lvl1pPr>
          </a:lstStyle>
          <a:p>
            <a:r>
              <a:rPr lang="en-GB"/>
              <a:t>Inchcape</a:t>
            </a:r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112E25-1A50-7747-BBAF-12C1FA9755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0" i="0">
                <a:latin typeface="+mn-lt"/>
              </a:defRPr>
            </a:lvl1pPr>
          </a:lstStyle>
          <a:p>
            <a:fld id="{9A24425F-4E86-FA46-A893-E19B561985DA}" type="slidenum">
              <a:rPr lang="en-GB" smtClean="0"/>
              <a:pPr/>
              <a:t>‹Nº›</a:t>
            </a:fld>
            <a:endParaRPr lang="en-GB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5C86233B-80EF-1249-850B-B4972D0A4C67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6505198" y="1422400"/>
            <a:ext cx="4968000" cy="4851400"/>
          </a:xfrm>
        </p:spPr>
        <p:txBody>
          <a:bodyPr/>
          <a:lstStyle>
            <a:lvl1pPr>
              <a:defRPr b="0" i="0">
                <a:solidFill>
                  <a:srgbClr val="001A41"/>
                </a:solidFill>
                <a:latin typeface="+mn-lt"/>
              </a:defRPr>
            </a:lvl1pPr>
            <a:lvl2pPr>
              <a:defRPr b="0" i="0">
                <a:solidFill>
                  <a:srgbClr val="001A41"/>
                </a:solidFill>
                <a:latin typeface="+mn-lt"/>
              </a:defRPr>
            </a:lvl2pPr>
            <a:lvl3pPr>
              <a:defRPr b="0" i="0">
                <a:solidFill>
                  <a:srgbClr val="001A41"/>
                </a:solidFill>
                <a:latin typeface="+mn-lt"/>
              </a:defRPr>
            </a:lvl3pPr>
            <a:lvl4pPr>
              <a:defRPr b="0" i="0">
                <a:solidFill>
                  <a:srgbClr val="001A41"/>
                </a:solidFill>
                <a:latin typeface="+mn-lt"/>
              </a:defRPr>
            </a:lvl4pPr>
            <a:lvl5pPr>
              <a:defRPr b="0" i="0">
                <a:solidFill>
                  <a:srgbClr val="001A41"/>
                </a:solidFill>
                <a:latin typeface="+mn-lt"/>
              </a:defRPr>
            </a:lvl5pPr>
          </a:lstStyle>
          <a:p>
            <a:pPr lvl="0"/>
            <a:r>
              <a:rPr lang="en-GB" dirty="0"/>
              <a:t>Click to edit text or click on an icon below to add table / chart / media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DE4D195F-10B0-5044-8A2B-F0A55A5751E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20725" y="6482967"/>
            <a:ext cx="1240724" cy="123111"/>
          </a:xfrm>
        </p:spPr>
        <p:txBody>
          <a:bodyPr vert="horz" wrap="none" lIns="0" tIns="0" rIns="0" bIns="0" rtlCol="0" anchor="ctr">
            <a:sp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GB" sz="800" dirty="0">
                <a:solidFill>
                  <a:srgbClr val="001A41"/>
                </a:solidFill>
              </a:defRPr>
            </a:lvl1pPr>
          </a:lstStyle>
          <a:p>
            <a:pPr lvl="0"/>
            <a:r>
              <a:rPr lang="en-GB" dirty="0"/>
              <a:t>Source &amp; footnotes field</a:t>
            </a:r>
          </a:p>
        </p:txBody>
      </p:sp>
    </p:spTree>
    <p:extLst>
      <p:ext uri="{BB962C8B-B14F-4D97-AF65-F5344CB8AC3E}">
        <p14:creationId xmlns:p14="http://schemas.microsoft.com/office/powerpoint/2010/main" val="252610745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ulti-Purpose Content /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1CF136-49AE-0C45-ABE5-610F2497F6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9998" y="540000"/>
            <a:ext cx="10753200" cy="392415"/>
          </a:xfrm>
        </p:spPr>
        <p:txBody>
          <a:bodyPr vert="horz" wrap="square" lIns="0" tIns="0" rIns="0" bIns="0" rtlCol="0" anchor="t" anchorCtr="0">
            <a:spAutoFit/>
          </a:bodyPr>
          <a:lstStyle>
            <a:lvl1pPr>
              <a:defRPr lang="en-GB" b="1" i="0" dirty="0">
                <a:solidFill>
                  <a:srgbClr val="001A41"/>
                </a:solidFill>
                <a:latin typeface="+mj-lt"/>
              </a:defRPr>
            </a:lvl1pPr>
          </a:lstStyle>
          <a:p>
            <a:pPr lvl="0"/>
            <a:r>
              <a:rPr lang="en-GB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89DE50-8F88-A444-A742-E8FB1A45102B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720000" y="1422400"/>
            <a:ext cx="6410578" cy="4851400"/>
          </a:xfrm>
        </p:spPr>
        <p:txBody>
          <a:bodyPr/>
          <a:lstStyle>
            <a:lvl1pPr marL="179388" indent="-179388">
              <a:lnSpc>
                <a:spcPct val="100000"/>
              </a:lnSpc>
              <a:spcAft>
                <a:spcPts val="1000"/>
              </a:spcAft>
              <a:tabLst/>
              <a:defRPr b="0" i="0">
                <a:solidFill>
                  <a:srgbClr val="001A41"/>
                </a:solidFill>
                <a:latin typeface="+mn-lt"/>
              </a:defRPr>
            </a:lvl1pPr>
            <a:lvl2pPr marL="504825" indent="-152400">
              <a:lnSpc>
                <a:spcPct val="100000"/>
              </a:lnSpc>
              <a:spcAft>
                <a:spcPts val="1000"/>
              </a:spcAft>
              <a:tabLst/>
              <a:defRPr b="0" i="0">
                <a:solidFill>
                  <a:srgbClr val="001A41"/>
                </a:solidFill>
                <a:latin typeface="+mn-lt"/>
              </a:defRPr>
            </a:lvl2pPr>
            <a:lvl3pPr marL="827088" indent="-142875">
              <a:lnSpc>
                <a:spcPct val="100000"/>
              </a:lnSpc>
              <a:spcAft>
                <a:spcPts val="1000"/>
              </a:spcAft>
              <a:tabLst/>
              <a:defRPr b="0" i="0">
                <a:solidFill>
                  <a:srgbClr val="001A41"/>
                </a:solidFill>
                <a:latin typeface="+mn-lt"/>
              </a:defRPr>
            </a:lvl3pPr>
            <a:lvl4pPr marL="1150938" indent="-122238">
              <a:lnSpc>
                <a:spcPct val="100000"/>
              </a:lnSpc>
              <a:spcAft>
                <a:spcPts val="1000"/>
              </a:spcAft>
              <a:tabLst/>
              <a:defRPr b="0" i="0">
                <a:solidFill>
                  <a:srgbClr val="001A41"/>
                </a:solidFill>
                <a:latin typeface="+mn-lt"/>
              </a:defRPr>
            </a:lvl4pPr>
            <a:lvl5pPr marL="1474788" indent="-114300">
              <a:lnSpc>
                <a:spcPct val="100000"/>
              </a:lnSpc>
              <a:spcAft>
                <a:spcPts val="1000"/>
              </a:spcAft>
              <a:tabLst/>
              <a:defRPr b="0" i="0">
                <a:solidFill>
                  <a:srgbClr val="001A41"/>
                </a:solidFill>
                <a:latin typeface="+mn-lt"/>
              </a:defRPr>
            </a:lvl5pPr>
          </a:lstStyle>
          <a:p>
            <a:pPr lvl="0"/>
            <a:r>
              <a:rPr lang="en-GB" dirty="0"/>
              <a:t>Click to edit text or click on an icon below to add table / chart / media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90730F-D896-DB4E-A061-3270DD54C8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0" i="0">
                <a:solidFill>
                  <a:srgbClr val="001A41"/>
                </a:solidFill>
                <a:latin typeface="+mn-lt"/>
              </a:defRPr>
            </a:lvl1pPr>
          </a:lstStyle>
          <a:p>
            <a:r>
              <a:rPr lang="en-GB"/>
              <a:t>Inchcape</a:t>
            </a:r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112E25-1A50-7747-BBAF-12C1FA9755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0" i="0">
                <a:latin typeface="+mn-lt"/>
              </a:defRPr>
            </a:lvl1pPr>
          </a:lstStyle>
          <a:p>
            <a:fld id="{9A24425F-4E86-FA46-A893-E19B561985DA}" type="slidenum">
              <a:rPr lang="en-GB" smtClean="0"/>
              <a:pPr/>
              <a:t>‹Nº›</a:t>
            </a:fld>
            <a:endParaRPr lang="en-GB" dirty="0"/>
          </a:p>
        </p:txBody>
      </p:sp>
      <p:sp>
        <p:nvSpPr>
          <p:cNvPr id="8" name="Content Placeholder 19">
            <a:extLst>
              <a:ext uri="{FF2B5EF4-FFF2-40B4-BE49-F238E27FC236}">
                <a16:creationId xmlns:a16="http://schemas.microsoft.com/office/drawing/2014/main" id="{9B0B6B36-26FB-1F40-B194-6C75300E0886}"/>
              </a:ext>
            </a:extLst>
          </p:cNvPr>
          <p:cNvSpPr>
            <a:spLocks noGrp="1"/>
          </p:cNvSpPr>
          <p:nvPr>
            <p:ph idx="36" hasCustomPrompt="1"/>
          </p:nvPr>
        </p:nvSpPr>
        <p:spPr>
          <a:xfrm>
            <a:off x="7963199" y="1422000"/>
            <a:ext cx="3509999" cy="4852800"/>
          </a:xfrm>
          <a:custGeom>
            <a:avLst/>
            <a:gdLst>
              <a:gd name="connsiteX0" fmla="*/ 0 w 3509999"/>
              <a:gd name="connsiteY0" fmla="*/ 0 h 4852800"/>
              <a:gd name="connsiteX1" fmla="*/ 899999 w 3509999"/>
              <a:gd name="connsiteY1" fmla="*/ 0 h 4852800"/>
              <a:gd name="connsiteX2" fmla="*/ 2367688 w 3509999"/>
              <a:gd name="connsiteY2" fmla="*/ 0 h 4852800"/>
              <a:gd name="connsiteX3" fmla="*/ 3267687 w 3509999"/>
              <a:gd name="connsiteY3" fmla="*/ 0 h 4852800"/>
              <a:gd name="connsiteX4" fmla="*/ 3509999 w 3509999"/>
              <a:gd name="connsiteY4" fmla="*/ 242312 h 4852800"/>
              <a:gd name="connsiteX5" fmla="*/ 3509999 w 3509999"/>
              <a:gd name="connsiteY5" fmla="*/ 4852800 h 4852800"/>
              <a:gd name="connsiteX6" fmla="*/ 2610000 w 3509999"/>
              <a:gd name="connsiteY6" fmla="*/ 4852800 h 4852800"/>
              <a:gd name="connsiteX7" fmla="*/ 899999 w 3509999"/>
              <a:gd name="connsiteY7" fmla="*/ 4852800 h 4852800"/>
              <a:gd name="connsiteX8" fmla="*/ 0 w 3509999"/>
              <a:gd name="connsiteY8" fmla="*/ 4852800 h 4852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509999" h="4852800">
                <a:moveTo>
                  <a:pt x="0" y="0"/>
                </a:moveTo>
                <a:lnTo>
                  <a:pt x="899999" y="0"/>
                </a:lnTo>
                <a:lnTo>
                  <a:pt x="2367688" y="0"/>
                </a:lnTo>
                <a:lnTo>
                  <a:pt x="3267687" y="0"/>
                </a:lnTo>
                <a:lnTo>
                  <a:pt x="3509999" y="242312"/>
                </a:lnTo>
                <a:lnTo>
                  <a:pt x="3509999" y="4852800"/>
                </a:lnTo>
                <a:lnTo>
                  <a:pt x="2610000" y="4852800"/>
                </a:lnTo>
                <a:lnTo>
                  <a:pt x="899999" y="4852800"/>
                </a:lnTo>
                <a:lnTo>
                  <a:pt x="0" y="4852800"/>
                </a:lnTo>
                <a:close/>
              </a:path>
            </a:pathLst>
          </a:custGeom>
          <a:ln>
            <a:solidFill>
              <a:srgbClr val="001A41"/>
            </a:solidFill>
          </a:ln>
        </p:spPr>
        <p:txBody>
          <a:bodyPr vert="horz" lIns="180000" tIns="144000" rIns="180000" bIns="144000" rtlCol="0">
            <a:noAutofit/>
          </a:bodyPr>
          <a:lstStyle>
            <a:lvl1pPr>
              <a:defRPr lang="en-GB" dirty="0">
                <a:solidFill>
                  <a:srgbClr val="001A41"/>
                </a:solidFill>
                <a:latin typeface="+mn-lt"/>
              </a:defRPr>
            </a:lvl1pPr>
            <a:lvl2pPr>
              <a:defRPr lang="en-GB" dirty="0">
                <a:solidFill>
                  <a:srgbClr val="001A41"/>
                </a:solidFill>
                <a:latin typeface="+mn-lt"/>
              </a:defRPr>
            </a:lvl2pPr>
            <a:lvl3pPr>
              <a:defRPr lang="en-GB" dirty="0">
                <a:solidFill>
                  <a:srgbClr val="001A41"/>
                </a:solidFill>
                <a:latin typeface="+mn-lt"/>
              </a:defRPr>
            </a:lvl3pPr>
            <a:lvl4pPr>
              <a:defRPr lang="en-GB" dirty="0">
                <a:solidFill>
                  <a:srgbClr val="001A41"/>
                </a:solidFill>
                <a:latin typeface="+mn-lt"/>
              </a:defRPr>
            </a:lvl4pPr>
            <a:lvl5pPr>
              <a:defRPr lang="en-GB" dirty="0">
                <a:solidFill>
                  <a:srgbClr val="001A41"/>
                </a:solidFill>
                <a:latin typeface="+mn-lt"/>
              </a:defRPr>
            </a:lvl5pPr>
          </a:lstStyle>
          <a:p>
            <a:pPr marL="179388" lvl="0" indent="-179388"/>
            <a:r>
              <a:rPr lang="en-GB" dirty="0"/>
              <a:t>Key information box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marL="1474788" lvl="4"/>
            <a:r>
              <a:rPr lang="en-GB" dirty="0"/>
              <a:t>Fifth level</a:t>
            </a:r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457258AF-0E98-5543-BB6F-696EA2079DB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20725" y="6482967"/>
            <a:ext cx="1240724" cy="123111"/>
          </a:xfrm>
        </p:spPr>
        <p:txBody>
          <a:bodyPr vert="horz" wrap="none" lIns="0" tIns="0" rIns="0" bIns="0" rtlCol="0" anchor="ctr">
            <a:sp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GB" sz="800" dirty="0">
                <a:solidFill>
                  <a:srgbClr val="001A41"/>
                </a:solidFill>
              </a:defRPr>
            </a:lvl1pPr>
          </a:lstStyle>
          <a:p>
            <a:pPr lvl="0"/>
            <a:r>
              <a:rPr lang="en-GB" dirty="0"/>
              <a:t>Source &amp; footnotes field</a:t>
            </a:r>
          </a:p>
        </p:txBody>
      </p:sp>
    </p:spTree>
    <p:extLst>
      <p:ext uri="{BB962C8B-B14F-4D97-AF65-F5344CB8AC3E}">
        <p14:creationId xmlns:p14="http://schemas.microsoft.com/office/powerpoint/2010/main" val="30617110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79B39A8B-FFC3-764B-9D5E-2C0E2889305F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21062" y="1422400"/>
            <a:ext cx="10752138" cy="4852988"/>
          </a:xfrm>
        </p:spPr>
        <p:txBody>
          <a:bodyPr lIns="180000" tIns="144000" rIns="180000" bIns="144000"/>
          <a:lstStyle>
            <a:lvl1pPr marL="0" indent="0">
              <a:buNone/>
              <a:defRPr>
                <a:solidFill>
                  <a:srgbClr val="001A4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B1CF136-49AE-0C45-ABE5-610F2497F6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wrap="square" lIns="0" tIns="0" rIns="0" bIns="0" rtlCol="0" anchor="t" anchorCtr="0">
            <a:spAutoFit/>
          </a:bodyPr>
          <a:lstStyle>
            <a:lvl1pPr>
              <a:defRPr lang="en-GB" b="1" i="0" dirty="0">
                <a:solidFill>
                  <a:srgbClr val="001A41"/>
                </a:solidFill>
                <a:latin typeface="+mj-lt"/>
              </a:defRPr>
            </a:lvl1pPr>
          </a:lstStyle>
          <a:p>
            <a:pPr lvl="0"/>
            <a:r>
              <a:rPr lang="en-GB" dirty="0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90730F-D896-DB4E-A061-3270DD54C8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0" i="0">
                <a:solidFill>
                  <a:srgbClr val="001A41"/>
                </a:solidFill>
                <a:latin typeface="+mn-lt"/>
              </a:defRPr>
            </a:lvl1pPr>
          </a:lstStyle>
          <a:p>
            <a:r>
              <a:rPr lang="en-GB"/>
              <a:t>Inchcape</a:t>
            </a:r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112E25-1A50-7747-BBAF-12C1FA9755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0" i="0">
                <a:latin typeface="+mn-lt"/>
              </a:defRPr>
            </a:lvl1pPr>
          </a:lstStyle>
          <a:p>
            <a:fld id="{9A24425F-4E86-FA46-A893-E19B561985DA}" type="slidenum">
              <a:rPr lang="en-GB" smtClean="0"/>
              <a:pPr/>
              <a:t>‹Nº›</a:t>
            </a:fld>
            <a:endParaRPr lang="en-GB" dirty="0"/>
          </a:p>
        </p:txBody>
      </p:sp>
      <p:sp>
        <p:nvSpPr>
          <p:cNvPr id="3" name="Text Placeholder 7">
            <a:extLst>
              <a:ext uri="{FF2B5EF4-FFF2-40B4-BE49-F238E27FC236}">
                <a16:creationId xmlns:a16="http://schemas.microsoft.com/office/drawing/2014/main" id="{48BDF538-5DDD-87D3-ED76-F92F2DF9F16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20725" y="6482967"/>
            <a:ext cx="1240724" cy="123111"/>
          </a:xfrm>
        </p:spPr>
        <p:txBody>
          <a:bodyPr vert="horz" wrap="none" lIns="0" tIns="0" rIns="0" bIns="0" rtlCol="0" anchor="ctr">
            <a:sp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GB" sz="800" dirty="0">
                <a:solidFill>
                  <a:srgbClr val="001A41"/>
                </a:solidFill>
              </a:defRPr>
            </a:lvl1pPr>
          </a:lstStyle>
          <a:p>
            <a:pPr lvl="0"/>
            <a:r>
              <a:rPr lang="en-GB" dirty="0"/>
              <a:t>Source &amp; footnotes field</a:t>
            </a:r>
          </a:p>
        </p:txBody>
      </p:sp>
    </p:spTree>
    <p:extLst>
      <p:ext uri="{BB962C8B-B14F-4D97-AF65-F5344CB8AC3E}">
        <p14:creationId xmlns:p14="http://schemas.microsoft.com/office/powerpoint/2010/main" val="350035619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FE3F5C-E3AD-FD4F-9A1F-A65583F6D2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wrap="square" lIns="0" tIns="0" rIns="0" bIns="0" rtlCol="0" anchor="t" anchorCtr="0">
            <a:spAutoFit/>
          </a:bodyPr>
          <a:lstStyle>
            <a:lvl1pPr>
              <a:defRPr lang="en-GB" b="1" i="0" dirty="0">
                <a:solidFill>
                  <a:srgbClr val="001A41"/>
                </a:solidFill>
                <a:latin typeface="+mj-lt"/>
              </a:defRPr>
            </a:lvl1pPr>
          </a:lstStyle>
          <a:p>
            <a:pPr lvl="0"/>
            <a:r>
              <a:rPr lang="en-GB" dirty="0"/>
              <a:t>Click to edit Master 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FEBE12E-0BB8-084C-8E0C-B66521896E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0" i="0">
                <a:solidFill>
                  <a:srgbClr val="001A41"/>
                </a:solidFill>
                <a:latin typeface="+mn-lt"/>
              </a:defRPr>
            </a:lvl1pPr>
          </a:lstStyle>
          <a:p>
            <a:r>
              <a:rPr lang="en-GB"/>
              <a:t>Inchcape</a:t>
            </a:r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4ABD9E-BD09-504D-9726-FF0CEFC20D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0" i="0">
                <a:latin typeface="+mn-lt"/>
              </a:defRPr>
            </a:lvl1pPr>
          </a:lstStyle>
          <a:p>
            <a:fld id="{9A24425F-4E86-FA46-A893-E19B561985DA}" type="slidenum">
              <a:rPr lang="en-GB" smtClean="0"/>
              <a:pPr/>
              <a:t>‹Nº›</a:t>
            </a:fld>
            <a:endParaRPr lang="en-GB" dirty="0"/>
          </a:p>
        </p:txBody>
      </p:sp>
      <p:sp>
        <p:nvSpPr>
          <p:cNvPr id="3" name="Text Placeholder 7">
            <a:extLst>
              <a:ext uri="{FF2B5EF4-FFF2-40B4-BE49-F238E27FC236}">
                <a16:creationId xmlns:a16="http://schemas.microsoft.com/office/drawing/2014/main" id="{85FDC00C-6BDB-05D0-3AF8-FF177045207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20725" y="6482967"/>
            <a:ext cx="1240724" cy="123111"/>
          </a:xfrm>
        </p:spPr>
        <p:txBody>
          <a:bodyPr vert="horz" wrap="none" lIns="0" tIns="0" rIns="0" bIns="0" rtlCol="0" anchor="ctr">
            <a:sp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GB" sz="800" dirty="0">
                <a:solidFill>
                  <a:srgbClr val="001A41"/>
                </a:solidFill>
              </a:defRPr>
            </a:lvl1pPr>
          </a:lstStyle>
          <a:p>
            <a:pPr lvl="0"/>
            <a:r>
              <a:rPr lang="en-GB" dirty="0"/>
              <a:t>Source &amp; footnotes field</a:t>
            </a:r>
          </a:p>
        </p:txBody>
      </p:sp>
    </p:spTree>
    <p:extLst>
      <p:ext uri="{BB962C8B-B14F-4D97-AF65-F5344CB8AC3E}">
        <p14:creationId xmlns:p14="http://schemas.microsoft.com/office/powerpoint/2010/main" val="206375512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1 (Printer friendly)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aphic 6">
            <a:extLst>
              <a:ext uri="{FF2B5EF4-FFF2-40B4-BE49-F238E27FC236}">
                <a16:creationId xmlns:a16="http://schemas.microsoft.com/office/drawing/2014/main" id="{C2806D6B-799A-553E-A4E4-1BADE49B6420}"/>
              </a:ext>
            </a:extLst>
          </p:cNvPr>
          <p:cNvGrpSpPr/>
          <p:nvPr userDrawn="1"/>
        </p:nvGrpSpPr>
        <p:grpSpPr>
          <a:xfrm>
            <a:off x="728819" y="720451"/>
            <a:ext cx="1613571" cy="311368"/>
            <a:chOff x="728819" y="720451"/>
            <a:chExt cx="1613571" cy="311368"/>
          </a:xfrm>
        </p:grpSpPr>
        <p:sp>
          <p:nvSpPr>
            <p:cNvPr id="7" name="Freeform 6">
              <a:extLst>
                <a:ext uri="{FF2B5EF4-FFF2-40B4-BE49-F238E27FC236}">
                  <a16:creationId xmlns:a16="http://schemas.microsoft.com/office/drawing/2014/main" id="{27121C3E-858E-D2CD-222D-7B40ECC3EBED}"/>
                </a:ext>
              </a:extLst>
            </p:cNvPr>
            <p:cNvSpPr/>
            <p:nvPr/>
          </p:nvSpPr>
          <p:spPr>
            <a:xfrm>
              <a:off x="1101676" y="764661"/>
              <a:ext cx="1240714" cy="267157"/>
            </a:xfrm>
            <a:custGeom>
              <a:avLst/>
              <a:gdLst>
                <a:gd name="connsiteX0" fmla="*/ 200571 w 1240714"/>
                <a:gd name="connsiteY0" fmla="*/ 121263 h 267157"/>
                <a:gd name="connsiteX1" fmla="*/ 200571 w 1240714"/>
                <a:gd name="connsiteY1" fmla="*/ 214105 h 267157"/>
                <a:gd name="connsiteX2" fmla="*/ 162000 w 1240714"/>
                <a:gd name="connsiteY2" fmla="*/ 214105 h 267157"/>
                <a:gd name="connsiteX3" fmla="*/ 162000 w 1240714"/>
                <a:gd name="connsiteY3" fmla="*/ 135158 h 267157"/>
                <a:gd name="connsiteX4" fmla="*/ 129857 w 1240714"/>
                <a:gd name="connsiteY4" fmla="*/ 85895 h 267157"/>
                <a:gd name="connsiteX5" fmla="*/ 96429 w 1240714"/>
                <a:gd name="connsiteY5" fmla="*/ 128211 h 267157"/>
                <a:gd name="connsiteX6" fmla="*/ 96429 w 1240714"/>
                <a:gd name="connsiteY6" fmla="*/ 214105 h 267157"/>
                <a:gd name="connsiteX7" fmla="*/ 57857 w 1240714"/>
                <a:gd name="connsiteY7" fmla="*/ 214105 h 267157"/>
                <a:gd name="connsiteX8" fmla="*/ 57857 w 1240714"/>
                <a:gd name="connsiteY8" fmla="*/ 56842 h 267157"/>
                <a:gd name="connsiteX9" fmla="*/ 93857 w 1240714"/>
                <a:gd name="connsiteY9" fmla="*/ 56842 h 267157"/>
                <a:gd name="connsiteX10" fmla="*/ 93857 w 1240714"/>
                <a:gd name="connsiteY10" fmla="*/ 70737 h 267157"/>
                <a:gd name="connsiteX11" fmla="*/ 138214 w 1240714"/>
                <a:gd name="connsiteY11" fmla="*/ 51789 h 267157"/>
                <a:gd name="connsiteX12" fmla="*/ 200571 w 1240714"/>
                <a:gd name="connsiteY12" fmla="*/ 121263 h 267157"/>
                <a:gd name="connsiteX13" fmla="*/ 1286 w 1240714"/>
                <a:gd name="connsiteY13" fmla="*/ 56842 h 267157"/>
                <a:gd name="connsiteX14" fmla="*/ 40500 w 1240714"/>
                <a:gd name="connsiteY14" fmla="*/ 56842 h 267157"/>
                <a:gd name="connsiteX15" fmla="*/ 40500 w 1240714"/>
                <a:gd name="connsiteY15" fmla="*/ 214105 h 267157"/>
                <a:gd name="connsiteX16" fmla="*/ 1286 w 1240714"/>
                <a:gd name="connsiteY16" fmla="*/ 214105 h 267157"/>
                <a:gd name="connsiteX17" fmla="*/ 1286 w 1240714"/>
                <a:gd name="connsiteY17" fmla="*/ 56842 h 267157"/>
                <a:gd name="connsiteX18" fmla="*/ 247500 w 1240714"/>
                <a:gd name="connsiteY18" fmla="*/ 135789 h 267157"/>
                <a:gd name="connsiteX19" fmla="*/ 295714 w 1240714"/>
                <a:gd name="connsiteY19" fmla="*/ 185053 h 267157"/>
                <a:gd name="connsiteX20" fmla="*/ 331071 w 1240714"/>
                <a:gd name="connsiteY20" fmla="*/ 163579 h 267157"/>
                <a:gd name="connsiteX21" fmla="*/ 374143 w 1240714"/>
                <a:gd name="connsiteY21" fmla="*/ 163579 h 267157"/>
                <a:gd name="connsiteX22" fmla="*/ 293786 w 1240714"/>
                <a:gd name="connsiteY22" fmla="*/ 219789 h 267157"/>
                <a:gd name="connsiteX23" fmla="*/ 208929 w 1240714"/>
                <a:gd name="connsiteY23" fmla="*/ 135158 h 267157"/>
                <a:gd name="connsiteX24" fmla="*/ 293786 w 1240714"/>
                <a:gd name="connsiteY24" fmla="*/ 51789 h 267157"/>
                <a:gd name="connsiteX25" fmla="*/ 374143 w 1240714"/>
                <a:gd name="connsiteY25" fmla="*/ 109263 h 267157"/>
                <a:gd name="connsiteX26" fmla="*/ 331071 w 1240714"/>
                <a:gd name="connsiteY26" fmla="*/ 109263 h 267157"/>
                <a:gd name="connsiteX27" fmla="*/ 293786 w 1240714"/>
                <a:gd name="connsiteY27" fmla="*/ 86526 h 267157"/>
                <a:gd name="connsiteX28" fmla="*/ 247500 w 1240714"/>
                <a:gd name="connsiteY28" fmla="*/ 135789 h 267157"/>
                <a:gd name="connsiteX29" fmla="*/ 43714 w 1240714"/>
                <a:gd name="connsiteY29" fmla="*/ 21474 h 267157"/>
                <a:gd name="connsiteX30" fmla="*/ 21857 w 1240714"/>
                <a:gd name="connsiteY30" fmla="*/ 42947 h 267157"/>
                <a:gd name="connsiteX31" fmla="*/ 0 w 1240714"/>
                <a:gd name="connsiteY31" fmla="*/ 21474 h 267157"/>
                <a:gd name="connsiteX32" fmla="*/ 21857 w 1240714"/>
                <a:gd name="connsiteY32" fmla="*/ 0 h 267157"/>
                <a:gd name="connsiteX33" fmla="*/ 43714 w 1240714"/>
                <a:gd name="connsiteY33" fmla="*/ 21474 h 267157"/>
                <a:gd name="connsiteX34" fmla="*/ 984857 w 1240714"/>
                <a:gd name="connsiteY34" fmla="*/ 51789 h 267157"/>
                <a:gd name="connsiteX35" fmla="*/ 933428 w 1240714"/>
                <a:gd name="connsiteY35" fmla="*/ 70105 h 267157"/>
                <a:gd name="connsiteX36" fmla="*/ 933428 w 1240714"/>
                <a:gd name="connsiteY36" fmla="*/ 57474 h 267157"/>
                <a:gd name="connsiteX37" fmla="*/ 894214 w 1240714"/>
                <a:gd name="connsiteY37" fmla="*/ 57474 h 267157"/>
                <a:gd name="connsiteX38" fmla="*/ 894214 w 1240714"/>
                <a:gd name="connsiteY38" fmla="*/ 267158 h 267157"/>
                <a:gd name="connsiteX39" fmla="*/ 933428 w 1240714"/>
                <a:gd name="connsiteY39" fmla="*/ 267158 h 267157"/>
                <a:gd name="connsiteX40" fmla="*/ 933428 w 1240714"/>
                <a:gd name="connsiteY40" fmla="*/ 201474 h 267157"/>
                <a:gd name="connsiteX41" fmla="*/ 984857 w 1240714"/>
                <a:gd name="connsiteY41" fmla="*/ 219158 h 267157"/>
                <a:gd name="connsiteX42" fmla="*/ 1067786 w 1240714"/>
                <a:gd name="connsiteY42" fmla="*/ 135789 h 267157"/>
                <a:gd name="connsiteX43" fmla="*/ 984857 w 1240714"/>
                <a:gd name="connsiteY43" fmla="*/ 51789 h 267157"/>
                <a:gd name="connsiteX44" fmla="*/ 980357 w 1240714"/>
                <a:gd name="connsiteY44" fmla="*/ 185053 h 267157"/>
                <a:gd name="connsiteX45" fmla="*/ 931500 w 1240714"/>
                <a:gd name="connsiteY45" fmla="*/ 136421 h 267157"/>
                <a:gd name="connsiteX46" fmla="*/ 981000 w 1240714"/>
                <a:gd name="connsiteY46" fmla="*/ 86526 h 267157"/>
                <a:gd name="connsiteX47" fmla="*/ 1030500 w 1240714"/>
                <a:gd name="connsiteY47" fmla="*/ 135789 h 267157"/>
                <a:gd name="connsiteX48" fmla="*/ 980357 w 1240714"/>
                <a:gd name="connsiteY48" fmla="*/ 185053 h 267157"/>
                <a:gd name="connsiteX49" fmla="*/ 841500 w 1240714"/>
                <a:gd name="connsiteY49" fmla="*/ 70105 h 267157"/>
                <a:gd name="connsiteX50" fmla="*/ 790071 w 1240714"/>
                <a:gd name="connsiteY50" fmla="*/ 51789 h 267157"/>
                <a:gd name="connsiteX51" fmla="*/ 707143 w 1240714"/>
                <a:gd name="connsiteY51" fmla="*/ 135789 h 267157"/>
                <a:gd name="connsiteX52" fmla="*/ 790071 w 1240714"/>
                <a:gd name="connsiteY52" fmla="*/ 219158 h 267157"/>
                <a:gd name="connsiteX53" fmla="*/ 841500 w 1240714"/>
                <a:gd name="connsiteY53" fmla="*/ 201474 h 267157"/>
                <a:gd name="connsiteX54" fmla="*/ 841500 w 1240714"/>
                <a:gd name="connsiteY54" fmla="*/ 214105 h 267157"/>
                <a:gd name="connsiteX55" fmla="*/ 880714 w 1240714"/>
                <a:gd name="connsiteY55" fmla="*/ 214105 h 267157"/>
                <a:gd name="connsiteX56" fmla="*/ 880714 w 1240714"/>
                <a:gd name="connsiteY56" fmla="*/ 56842 h 267157"/>
                <a:gd name="connsiteX57" fmla="*/ 841500 w 1240714"/>
                <a:gd name="connsiteY57" fmla="*/ 56842 h 267157"/>
                <a:gd name="connsiteX58" fmla="*/ 841500 w 1240714"/>
                <a:gd name="connsiteY58" fmla="*/ 70105 h 267157"/>
                <a:gd name="connsiteX59" fmla="*/ 793928 w 1240714"/>
                <a:gd name="connsiteY59" fmla="*/ 185053 h 267157"/>
                <a:gd name="connsiteX60" fmla="*/ 744428 w 1240714"/>
                <a:gd name="connsiteY60" fmla="*/ 135789 h 267157"/>
                <a:gd name="connsiteX61" fmla="*/ 793928 w 1240714"/>
                <a:gd name="connsiteY61" fmla="*/ 86526 h 267157"/>
                <a:gd name="connsiteX62" fmla="*/ 843429 w 1240714"/>
                <a:gd name="connsiteY62" fmla="*/ 136421 h 267157"/>
                <a:gd name="connsiteX63" fmla="*/ 793928 w 1240714"/>
                <a:gd name="connsiteY63" fmla="*/ 185053 h 267157"/>
                <a:gd name="connsiteX64" fmla="*/ 1240714 w 1240714"/>
                <a:gd name="connsiteY64" fmla="*/ 133263 h 267157"/>
                <a:gd name="connsiteX65" fmla="*/ 1157786 w 1240714"/>
                <a:gd name="connsiteY65" fmla="*/ 51789 h 267157"/>
                <a:gd name="connsiteX66" fmla="*/ 1073571 w 1240714"/>
                <a:gd name="connsiteY66" fmla="*/ 136421 h 267157"/>
                <a:gd name="connsiteX67" fmla="*/ 1157786 w 1240714"/>
                <a:gd name="connsiteY67" fmla="*/ 219789 h 267157"/>
                <a:gd name="connsiteX68" fmla="*/ 1234928 w 1240714"/>
                <a:gd name="connsiteY68" fmla="*/ 165474 h 267157"/>
                <a:gd name="connsiteX69" fmla="*/ 1194429 w 1240714"/>
                <a:gd name="connsiteY69" fmla="*/ 165474 h 267157"/>
                <a:gd name="connsiteX70" fmla="*/ 1157786 w 1240714"/>
                <a:gd name="connsiteY70" fmla="*/ 185684 h 267157"/>
                <a:gd name="connsiteX71" fmla="*/ 1113428 w 1240714"/>
                <a:gd name="connsiteY71" fmla="*/ 153474 h 267157"/>
                <a:gd name="connsiteX72" fmla="*/ 1238143 w 1240714"/>
                <a:gd name="connsiteY72" fmla="*/ 153474 h 267157"/>
                <a:gd name="connsiteX73" fmla="*/ 1240714 w 1240714"/>
                <a:gd name="connsiteY73" fmla="*/ 133263 h 267157"/>
                <a:gd name="connsiteX74" fmla="*/ 1113428 w 1240714"/>
                <a:gd name="connsiteY74" fmla="*/ 122526 h 267157"/>
                <a:gd name="connsiteX75" fmla="*/ 1158428 w 1240714"/>
                <a:gd name="connsiteY75" fmla="*/ 86526 h 267157"/>
                <a:gd name="connsiteX76" fmla="*/ 1202143 w 1240714"/>
                <a:gd name="connsiteY76" fmla="*/ 122526 h 267157"/>
                <a:gd name="connsiteX77" fmla="*/ 1113428 w 1240714"/>
                <a:gd name="connsiteY77" fmla="*/ 122526 h 267157"/>
                <a:gd name="connsiteX78" fmla="*/ 572786 w 1240714"/>
                <a:gd name="connsiteY78" fmla="*/ 135789 h 267157"/>
                <a:gd name="connsiteX79" fmla="*/ 621000 w 1240714"/>
                <a:gd name="connsiteY79" fmla="*/ 185053 h 267157"/>
                <a:gd name="connsiteX80" fmla="*/ 656357 w 1240714"/>
                <a:gd name="connsiteY80" fmla="*/ 163579 h 267157"/>
                <a:gd name="connsiteX81" fmla="*/ 699428 w 1240714"/>
                <a:gd name="connsiteY81" fmla="*/ 163579 h 267157"/>
                <a:gd name="connsiteX82" fmla="*/ 619071 w 1240714"/>
                <a:gd name="connsiteY82" fmla="*/ 219789 h 267157"/>
                <a:gd name="connsiteX83" fmla="*/ 534214 w 1240714"/>
                <a:gd name="connsiteY83" fmla="*/ 135158 h 267157"/>
                <a:gd name="connsiteX84" fmla="*/ 619071 w 1240714"/>
                <a:gd name="connsiteY84" fmla="*/ 51789 h 267157"/>
                <a:gd name="connsiteX85" fmla="*/ 699428 w 1240714"/>
                <a:gd name="connsiteY85" fmla="*/ 109263 h 267157"/>
                <a:gd name="connsiteX86" fmla="*/ 656357 w 1240714"/>
                <a:gd name="connsiteY86" fmla="*/ 109263 h 267157"/>
                <a:gd name="connsiteX87" fmla="*/ 619071 w 1240714"/>
                <a:gd name="connsiteY87" fmla="*/ 86526 h 267157"/>
                <a:gd name="connsiteX88" fmla="*/ 572786 w 1240714"/>
                <a:gd name="connsiteY88" fmla="*/ 135789 h 267157"/>
                <a:gd name="connsiteX89" fmla="*/ 525214 w 1240714"/>
                <a:gd name="connsiteY89" fmla="*/ 118105 h 267157"/>
                <a:gd name="connsiteX90" fmla="*/ 525214 w 1240714"/>
                <a:gd name="connsiteY90" fmla="*/ 214105 h 267157"/>
                <a:gd name="connsiteX91" fmla="*/ 486643 w 1240714"/>
                <a:gd name="connsiteY91" fmla="*/ 214105 h 267157"/>
                <a:gd name="connsiteX92" fmla="*/ 486643 w 1240714"/>
                <a:gd name="connsiteY92" fmla="*/ 132632 h 267157"/>
                <a:gd name="connsiteX93" fmla="*/ 453857 w 1240714"/>
                <a:gd name="connsiteY93" fmla="*/ 86526 h 267157"/>
                <a:gd name="connsiteX94" fmla="*/ 421714 w 1240714"/>
                <a:gd name="connsiteY94" fmla="*/ 133263 h 267157"/>
                <a:gd name="connsiteX95" fmla="*/ 421714 w 1240714"/>
                <a:gd name="connsiteY95" fmla="*/ 214737 h 267157"/>
                <a:gd name="connsiteX96" fmla="*/ 383143 w 1240714"/>
                <a:gd name="connsiteY96" fmla="*/ 214737 h 267157"/>
                <a:gd name="connsiteX97" fmla="*/ 383143 w 1240714"/>
                <a:gd name="connsiteY97" fmla="*/ 5053 h 267157"/>
                <a:gd name="connsiteX98" fmla="*/ 421714 w 1240714"/>
                <a:gd name="connsiteY98" fmla="*/ 5053 h 267157"/>
                <a:gd name="connsiteX99" fmla="*/ 421714 w 1240714"/>
                <a:gd name="connsiteY99" fmla="*/ 68211 h 267157"/>
                <a:gd name="connsiteX100" fmla="*/ 463500 w 1240714"/>
                <a:gd name="connsiteY100" fmla="*/ 51789 h 267157"/>
                <a:gd name="connsiteX101" fmla="*/ 525214 w 1240714"/>
                <a:gd name="connsiteY101" fmla="*/ 118105 h 26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</a:cxnLst>
              <a:rect l="l" t="t" r="r" b="b"/>
              <a:pathLst>
                <a:path w="1240714" h="267157">
                  <a:moveTo>
                    <a:pt x="200571" y="121263"/>
                  </a:moveTo>
                  <a:lnTo>
                    <a:pt x="200571" y="214105"/>
                  </a:lnTo>
                  <a:lnTo>
                    <a:pt x="162000" y="214105"/>
                  </a:lnTo>
                  <a:lnTo>
                    <a:pt x="162000" y="135158"/>
                  </a:lnTo>
                  <a:cubicBezTo>
                    <a:pt x="162000" y="102947"/>
                    <a:pt x="151071" y="85895"/>
                    <a:pt x="129857" y="85895"/>
                  </a:cubicBezTo>
                  <a:cubicBezTo>
                    <a:pt x="118286" y="85895"/>
                    <a:pt x="96429" y="93474"/>
                    <a:pt x="96429" y="128211"/>
                  </a:cubicBezTo>
                  <a:lnTo>
                    <a:pt x="96429" y="214105"/>
                  </a:lnTo>
                  <a:lnTo>
                    <a:pt x="57857" y="214105"/>
                  </a:lnTo>
                  <a:lnTo>
                    <a:pt x="57857" y="56842"/>
                  </a:lnTo>
                  <a:lnTo>
                    <a:pt x="93857" y="56842"/>
                  </a:lnTo>
                  <a:lnTo>
                    <a:pt x="93857" y="70737"/>
                  </a:lnTo>
                  <a:cubicBezTo>
                    <a:pt x="106714" y="58737"/>
                    <a:pt x="119571" y="51789"/>
                    <a:pt x="138214" y="51789"/>
                  </a:cubicBezTo>
                  <a:cubicBezTo>
                    <a:pt x="158786" y="51789"/>
                    <a:pt x="200571" y="64421"/>
                    <a:pt x="200571" y="121263"/>
                  </a:cubicBezTo>
                  <a:close/>
                  <a:moveTo>
                    <a:pt x="1286" y="56842"/>
                  </a:moveTo>
                  <a:lnTo>
                    <a:pt x="40500" y="56842"/>
                  </a:lnTo>
                  <a:lnTo>
                    <a:pt x="40500" y="214105"/>
                  </a:lnTo>
                  <a:lnTo>
                    <a:pt x="1286" y="214105"/>
                  </a:lnTo>
                  <a:lnTo>
                    <a:pt x="1286" y="56842"/>
                  </a:lnTo>
                  <a:close/>
                  <a:moveTo>
                    <a:pt x="247500" y="135789"/>
                  </a:moveTo>
                  <a:cubicBezTo>
                    <a:pt x="247500" y="163579"/>
                    <a:pt x="268071" y="185053"/>
                    <a:pt x="295714" y="185053"/>
                  </a:cubicBezTo>
                  <a:cubicBezTo>
                    <a:pt x="311786" y="185053"/>
                    <a:pt x="323357" y="176211"/>
                    <a:pt x="331071" y="163579"/>
                  </a:cubicBezTo>
                  <a:lnTo>
                    <a:pt x="374143" y="163579"/>
                  </a:lnTo>
                  <a:cubicBezTo>
                    <a:pt x="360643" y="199579"/>
                    <a:pt x="330429" y="219789"/>
                    <a:pt x="293786" y="219789"/>
                  </a:cubicBezTo>
                  <a:cubicBezTo>
                    <a:pt x="246857" y="219789"/>
                    <a:pt x="208929" y="181895"/>
                    <a:pt x="208929" y="135158"/>
                  </a:cubicBezTo>
                  <a:cubicBezTo>
                    <a:pt x="208929" y="89684"/>
                    <a:pt x="246857" y="51789"/>
                    <a:pt x="293786" y="51789"/>
                  </a:cubicBezTo>
                  <a:cubicBezTo>
                    <a:pt x="329786" y="51789"/>
                    <a:pt x="361929" y="73263"/>
                    <a:pt x="374143" y="109263"/>
                  </a:cubicBezTo>
                  <a:lnTo>
                    <a:pt x="331071" y="109263"/>
                  </a:lnTo>
                  <a:cubicBezTo>
                    <a:pt x="322714" y="94737"/>
                    <a:pt x="311786" y="86526"/>
                    <a:pt x="293786" y="86526"/>
                  </a:cubicBezTo>
                  <a:cubicBezTo>
                    <a:pt x="266786" y="86526"/>
                    <a:pt x="247500" y="107368"/>
                    <a:pt x="247500" y="135789"/>
                  </a:cubicBezTo>
                  <a:close/>
                  <a:moveTo>
                    <a:pt x="43714" y="21474"/>
                  </a:moveTo>
                  <a:cubicBezTo>
                    <a:pt x="43714" y="33474"/>
                    <a:pt x="34071" y="42947"/>
                    <a:pt x="21857" y="42947"/>
                  </a:cubicBezTo>
                  <a:cubicBezTo>
                    <a:pt x="9643" y="42947"/>
                    <a:pt x="0" y="33474"/>
                    <a:pt x="0" y="21474"/>
                  </a:cubicBezTo>
                  <a:cubicBezTo>
                    <a:pt x="0" y="9474"/>
                    <a:pt x="9643" y="0"/>
                    <a:pt x="21857" y="0"/>
                  </a:cubicBezTo>
                  <a:cubicBezTo>
                    <a:pt x="34071" y="0"/>
                    <a:pt x="43714" y="9474"/>
                    <a:pt x="43714" y="21474"/>
                  </a:cubicBezTo>
                  <a:close/>
                  <a:moveTo>
                    <a:pt x="984857" y="51789"/>
                  </a:moveTo>
                  <a:cubicBezTo>
                    <a:pt x="964928" y="51789"/>
                    <a:pt x="946928" y="58737"/>
                    <a:pt x="933428" y="70105"/>
                  </a:cubicBezTo>
                  <a:lnTo>
                    <a:pt x="933428" y="57474"/>
                  </a:lnTo>
                  <a:lnTo>
                    <a:pt x="894214" y="57474"/>
                  </a:lnTo>
                  <a:lnTo>
                    <a:pt x="894214" y="267158"/>
                  </a:lnTo>
                  <a:lnTo>
                    <a:pt x="933428" y="267158"/>
                  </a:lnTo>
                  <a:lnTo>
                    <a:pt x="933428" y="201474"/>
                  </a:lnTo>
                  <a:cubicBezTo>
                    <a:pt x="947571" y="212842"/>
                    <a:pt x="964928" y="219158"/>
                    <a:pt x="984857" y="219158"/>
                  </a:cubicBezTo>
                  <a:cubicBezTo>
                    <a:pt x="1030500" y="219158"/>
                    <a:pt x="1067786" y="180632"/>
                    <a:pt x="1067786" y="135789"/>
                  </a:cubicBezTo>
                  <a:cubicBezTo>
                    <a:pt x="1067786" y="90316"/>
                    <a:pt x="1031786" y="51789"/>
                    <a:pt x="984857" y="51789"/>
                  </a:cubicBezTo>
                  <a:close/>
                  <a:moveTo>
                    <a:pt x="980357" y="185053"/>
                  </a:moveTo>
                  <a:cubicBezTo>
                    <a:pt x="952071" y="185053"/>
                    <a:pt x="931500" y="162316"/>
                    <a:pt x="931500" y="136421"/>
                  </a:cubicBezTo>
                  <a:cubicBezTo>
                    <a:pt x="931500" y="110526"/>
                    <a:pt x="952071" y="86526"/>
                    <a:pt x="981000" y="86526"/>
                  </a:cubicBezTo>
                  <a:cubicBezTo>
                    <a:pt x="1008000" y="86526"/>
                    <a:pt x="1030500" y="109895"/>
                    <a:pt x="1030500" y="135789"/>
                  </a:cubicBezTo>
                  <a:cubicBezTo>
                    <a:pt x="1029857" y="162316"/>
                    <a:pt x="1009286" y="185053"/>
                    <a:pt x="980357" y="185053"/>
                  </a:cubicBezTo>
                  <a:close/>
                  <a:moveTo>
                    <a:pt x="841500" y="70105"/>
                  </a:moveTo>
                  <a:cubicBezTo>
                    <a:pt x="827357" y="58737"/>
                    <a:pt x="810000" y="51789"/>
                    <a:pt x="790071" y="51789"/>
                  </a:cubicBezTo>
                  <a:cubicBezTo>
                    <a:pt x="743143" y="51789"/>
                    <a:pt x="707143" y="90316"/>
                    <a:pt x="707143" y="135789"/>
                  </a:cubicBezTo>
                  <a:cubicBezTo>
                    <a:pt x="707143" y="181263"/>
                    <a:pt x="744428" y="219158"/>
                    <a:pt x="790071" y="219158"/>
                  </a:cubicBezTo>
                  <a:cubicBezTo>
                    <a:pt x="810000" y="219158"/>
                    <a:pt x="828000" y="212842"/>
                    <a:pt x="841500" y="201474"/>
                  </a:cubicBezTo>
                  <a:lnTo>
                    <a:pt x="841500" y="214105"/>
                  </a:lnTo>
                  <a:lnTo>
                    <a:pt x="880714" y="214105"/>
                  </a:lnTo>
                  <a:lnTo>
                    <a:pt x="880714" y="56842"/>
                  </a:lnTo>
                  <a:lnTo>
                    <a:pt x="841500" y="56842"/>
                  </a:lnTo>
                  <a:lnTo>
                    <a:pt x="841500" y="70105"/>
                  </a:lnTo>
                  <a:close/>
                  <a:moveTo>
                    <a:pt x="793928" y="185053"/>
                  </a:moveTo>
                  <a:cubicBezTo>
                    <a:pt x="765000" y="185053"/>
                    <a:pt x="744428" y="162316"/>
                    <a:pt x="744428" y="135789"/>
                  </a:cubicBezTo>
                  <a:cubicBezTo>
                    <a:pt x="744428" y="109263"/>
                    <a:pt x="766286" y="86526"/>
                    <a:pt x="793928" y="86526"/>
                  </a:cubicBezTo>
                  <a:cubicBezTo>
                    <a:pt x="822214" y="86526"/>
                    <a:pt x="843429" y="110526"/>
                    <a:pt x="843429" y="136421"/>
                  </a:cubicBezTo>
                  <a:cubicBezTo>
                    <a:pt x="842786" y="162316"/>
                    <a:pt x="822857" y="185053"/>
                    <a:pt x="793928" y="185053"/>
                  </a:cubicBezTo>
                  <a:close/>
                  <a:moveTo>
                    <a:pt x="1240714" y="133263"/>
                  </a:moveTo>
                  <a:cubicBezTo>
                    <a:pt x="1240714" y="87158"/>
                    <a:pt x="1204714" y="51789"/>
                    <a:pt x="1157786" y="51789"/>
                  </a:cubicBezTo>
                  <a:cubicBezTo>
                    <a:pt x="1108928" y="51789"/>
                    <a:pt x="1073571" y="89684"/>
                    <a:pt x="1073571" y="136421"/>
                  </a:cubicBezTo>
                  <a:cubicBezTo>
                    <a:pt x="1073571" y="182526"/>
                    <a:pt x="1109571" y="219789"/>
                    <a:pt x="1157786" y="219789"/>
                  </a:cubicBezTo>
                  <a:cubicBezTo>
                    <a:pt x="1191857" y="219789"/>
                    <a:pt x="1224643" y="197053"/>
                    <a:pt x="1234928" y="165474"/>
                  </a:cubicBezTo>
                  <a:lnTo>
                    <a:pt x="1194429" y="165474"/>
                  </a:lnTo>
                  <a:cubicBezTo>
                    <a:pt x="1186714" y="179368"/>
                    <a:pt x="1173214" y="185684"/>
                    <a:pt x="1157786" y="185684"/>
                  </a:cubicBezTo>
                  <a:cubicBezTo>
                    <a:pt x="1134000" y="185684"/>
                    <a:pt x="1116643" y="167368"/>
                    <a:pt x="1113428" y="153474"/>
                  </a:cubicBezTo>
                  <a:lnTo>
                    <a:pt x="1238143" y="153474"/>
                  </a:lnTo>
                  <a:cubicBezTo>
                    <a:pt x="1240071" y="145895"/>
                    <a:pt x="1240714" y="139579"/>
                    <a:pt x="1240714" y="133263"/>
                  </a:cubicBezTo>
                  <a:close/>
                  <a:moveTo>
                    <a:pt x="1113428" y="122526"/>
                  </a:moveTo>
                  <a:cubicBezTo>
                    <a:pt x="1119214" y="98526"/>
                    <a:pt x="1137214" y="86526"/>
                    <a:pt x="1158428" y="86526"/>
                  </a:cubicBezTo>
                  <a:cubicBezTo>
                    <a:pt x="1182214" y="86526"/>
                    <a:pt x="1198286" y="99789"/>
                    <a:pt x="1202143" y="122526"/>
                  </a:cubicBezTo>
                  <a:lnTo>
                    <a:pt x="1113428" y="122526"/>
                  </a:lnTo>
                  <a:close/>
                  <a:moveTo>
                    <a:pt x="572786" y="135789"/>
                  </a:moveTo>
                  <a:cubicBezTo>
                    <a:pt x="572786" y="163579"/>
                    <a:pt x="593357" y="185053"/>
                    <a:pt x="621000" y="185053"/>
                  </a:cubicBezTo>
                  <a:cubicBezTo>
                    <a:pt x="637071" y="185053"/>
                    <a:pt x="648643" y="176211"/>
                    <a:pt x="656357" y="163579"/>
                  </a:cubicBezTo>
                  <a:lnTo>
                    <a:pt x="699428" y="163579"/>
                  </a:lnTo>
                  <a:cubicBezTo>
                    <a:pt x="685929" y="199579"/>
                    <a:pt x="655714" y="219789"/>
                    <a:pt x="619071" y="219789"/>
                  </a:cubicBezTo>
                  <a:cubicBezTo>
                    <a:pt x="572143" y="219789"/>
                    <a:pt x="534214" y="181895"/>
                    <a:pt x="534214" y="135158"/>
                  </a:cubicBezTo>
                  <a:cubicBezTo>
                    <a:pt x="534214" y="89684"/>
                    <a:pt x="572143" y="51789"/>
                    <a:pt x="619071" y="51789"/>
                  </a:cubicBezTo>
                  <a:cubicBezTo>
                    <a:pt x="655071" y="51789"/>
                    <a:pt x="687214" y="73263"/>
                    <a:pt x="699428" y="109263"/>
                  </a:cubicBezTo>
                  <a:lnTo>
                    <a:pt x="656357" y="109263"/>
                  </a:lnTo>
                  <a:cubicBezTo>
                    <a:pt x="648000" y="94737"/>
                    <a:pt x="637071" y="86526"/>
                    <a:pt x="619071" y="86526"/>
                  </a:cubicBezTo>
                  <a:cubicBezTo>
                    <a:pt x="592071" y="86526"/>
                    <a:pt x="572786" y="107368"/>
                    <a:pt x="572786" y="135789"/>
                  </a:cubicBezTo>
                  <a:close/>
                  <a:moveTo>
                    <a:pt x="525214" y="118105"/>
                  </a:moveTo>
                  <a:lnTo>
                    <a:pt x="525214" y="214105"/>
                  </a:lnTo>
                  <a:lnTo>
                    <a:pt x="486643" y="214105"/>
                  </a:lnTo>
                  <a:lnTo>
                    <a:pt x="486643" y="132632"/>
                  </a:lnTo>
                  <a:cubicBezTo>
                    <a:pt x="486643" y="99789"/>
                    <a:pt x="475714" y="86526"/>
                    <a:pt x="453857" y="86526"/>
                  </a:cubicBezTo>
                  <a:cubicBezTo>
                    <a:pt x="432000" y="86526"/>
                    <a:pt x="421714" y="101684"/>
                    <a:pt x="421714" y="133263"/>
                  </a:cubicBezTo>
                  <a:lnTo>
                    <a:pt x="421714" y="214737"/>
                  </a:lnTo>
                  <a:lnTo>
                    <a:pt x="383143" y="214737"/>
                  </a:lnTo>
                  <a:lnTo>
                    <a:pt x="383143" y="5053"/>
                  </a:lnTo>
                  <a:lnTo>
                    <a:pt x="421714" y="5053"/>
                  </a:lnTo>
                  <a:lnTo>
                    <a:pt x="421714" y="68211"/>
                  </a:lnTo>
                  <a:cubicBezTo>
                    <a:pt x="433286" y="57474"/>
                    <a:pt x="446786" y="51789"/>
                    <a:pt x="463500" y="51789"/>
                  </a:cubicBezTo>
                  <a:cubicBezTo>
                    <a:pt x="482786" y="51789"/>
                    <a:pt x="525214" y="65053"/>
                    <a:pt x="525214" y="118105"/>
                  </a:cubicBezTo>
                  <a:close/>
                </a:path>
              </a:pathLst>
            </a:custGeom>
            <a:solidFill>
              <a:srgbClr val="001A41"/>
            </a:solidFill>
            <a:ln w="64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" name="Freeform 7">
              <a:extLst>
                <a:ext uri="{FF2B5EF4-FFF2-40B4-BE49-F238E27FC236}">
                  <a16:creationId xmlns:a16="http://schemas.microsoft.com/office/drawing/2014/main" id="{F99F65AB-B83D-855E-4D2C-0050C59462AF}"/>
                </a:ext>
              </a:extLst>
            </p:cNvPr>
            <p:cNvSpPr/>
            <p:nvPr/>
          </p:nvSpPr>
          <p:spPr>
            <a:xfrm>
              <a:off x="728819" y="720451"/>
              <a:ext cx="314999" cy="308842"/>
            </a:xfrm>
            <a:custGeom>
              <a:avLst/>
              <a:gdLst>
                <a:gd name="connsiteX0" fmla="*/ 315000 w 314999"/>
                <a:gd name="connsiteY0" fmla="*/ 154737 h 308842"/>
                <a:gd name="connsiteX1" fmla="*/ 157500 w 314999"/>
                <a:gd name="connsiteY1" fmla="*/ 0 h 308842"/>
                <a:gd name="connsiteX2" fmla="*/ 0 w 314999"/>
                <a:gd name="connsiteY2" fmla="*/ 154737 h 308842"/>
                <a:gd name="connsiteX3" fmla="*/ 147857 w 314999"/>
                <a:gd name="connsiteY3" fmla="*/ 308842 h 308842"/>
                <a:gd name="connsiteX4" fmla="*/ 211500 w 314999"/>
                <a:gd name="connsiteY4" fmla="*/ 176842 h 308842"/>
                <a:gd name="connsiteX5" fmla="*/ 190929 w 314999"/>
                <a:gd name="connsiteY5" fmla="*/ 98526 h 308842"/>
                <a:gd name="connsiteX6" fmla="*/ 246857 w 314999"/>
                <a:gd name="connsiteY6" fmla="*/ 79579 h 308842"/>
                <a:gd name="connsiteX7" fmla="*/ 291214 w 314999"/>
                <a:gd name="connsiteY7" fmla="*/ 171789 h 308842"/>
                <a:gd name="connsiteX8" fmla="*/ 288643 w 314999"/>
                <a:gd name="connsiteY8" fmla="*/ 240632 h 308842"/>
                <a:gd name="connsiteX9" fmla="*/ 315000 w 314999"/>
                <a:gd name="connsiteY9" fmla="*/ 154737 h 308842"/>
                <a:gd name="connsiteX10" fmla="*/ 175500 w 314999"/>
                <a:gd name="connsiteY10" fmla="*/ 73895 h 308842"/>
                <a:gd name="connsiteX11" fmla="*/ 122786 w 314999"/>
                <a:gd name="connsiteY11" fmla="*/ 27158 h 308842"/>
                <a:gd name="connsiteX12" fmla="*/ 222429 w 314999"/>
                <a:gd name="connsiteY12" fmla="*/ 58105 h 308842"/>
                <a:gd name="connsiteX13" fmla="*/ 175500 w 314999"/>
                <a:gd name="connsiteY13" fmla="*/ 73895 h 3088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14999" h="308842">
                  <a:moveTo>
                    <a:pt x="315000" y="154737"/>
                  </a:moveTo>
                  <a:cubicBezTo>
                    <a:pt x="315000" y="69474"/>
                    <a:pt x="244286" y="0"/>
                    <a:pt x="157500" y="0"/>
                  </a:cubicBezTo>
                  <a:cubicBezTo>
                    <a:pt x="70714" y="0"/>
                    <a:pt x="0" y="69474"/>
                    <a:pt x="0" y="154737"/>
                  </a:cubicBezTo>
                  <a:cubicBezTo>
                    <a:pt x="0" y="236842"/>
                    <a:pt x="65571" y="304421"/>
                    <a:pt x="147857" y="308842"/>
                  </a:cubicBezTo>
                  <a:cubicBezTo>
                    <a:pt x="163286" y="296211"/>
                    <a:pt x="211500" y="250737"/>
                    <a:pt x="211500" y="176842"/>
                  </a:cubicBezTo>
                  <a:cubicBezTo>
                    <a:pt x="211500" y="156000"/>
                    <a:pt x="204429" y="118737"/>
                    <a:pt x="190929" y="98526"/>
                  </a:cubicBezTo>
                  <a:lnTo>
                    <a:pt x="246857" y="79579"/>
                  </a:lnTo>
                  <a:cubicBezTo>
                    <a:pt x="246857" y="79579"/>
                    <a:pt x="282214" y="115579"/>
                    <a:pt x="291214" y="171789"/>
                  </a:cubicBezTo>
                  <a:cubicBezTo>
                    <a:pt x="291214" y="171789"/>
                    <a:pt x="297000" y="208421"/>
                    <a:pt x="288643" y="240632"/>
                  </a:cubicBezTo>
                  <a:cubicBezTo>
                    <a:pt x="305357" y="216000"/>
                    <a:pt x="315000" y="186316"/>
                    <a:pt x="315000" y="154737"/>
                  </a:cubicBezTo>
                  <a:close/>
                  <a:moveTo>
                    <a:pt x="175500" y="73895"/>
                  </a:moveTo>
                  <a:cubicBezTo>
                    <a:pt x="175500" y="73895"/>
                    <a:pt x="160071" y="49895"/>
                    <a:pt x="122786" y="27158"/>
                  </a:cubicBezTo>
                  <a:cubicBezTo>
                    <a:pt x="122786" y="27158"/>
                    <a:pt x="176786" y="26526"/>
                    <a:pt x="222429" y="58105"/>
                  </a:cubicBezTo>
                  <a:lnTo>
                    <a:pt x="175500" y="73895"/>
                  </a:lnTo>
                  <a:close/>
                </a:path>
              </a:pathLst>
            </a:custGeom>
            <a:solidFill>
              <a:srgbClr val="19BEE7"/>
            </a:solidFill>
            <a:ln w="64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26B9860-E63C-4617-AD73-46EE3B25056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720000" y="2050828"/>
            <a:ext cx="6228000" cy="2322000"/>
          </a:xfrm>
        </p:spPr>
        <p:txBody>
          <a:bodyPr/>
          <a:lstStyle>
            <a:lvl1pPr marL="0" indent="0">
              <a:lnSpc>
                <a:spcPct val="74000"/>
              </a:lnSpc>
              <a:buNone/>
              <a:defRPr sz="6600" b="1" i="0" cap="all" spc="-160" baseline="0">
                <a:solidFill>
                  <a:srgbClr val="001A41"/>
                </a:solidFill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502F0B2A-D9CF-8BD0-8B21-B563B38F9F6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719999" y="4680000"/>
            <a:ext cx="6228000" cy="360000"/>
          </a:xfrm>
        </p:spPr>
        <p:txBody>
          <a:bodyPr wrap="square">
            <a:noAutofit/>
          </a:bodyPr>
          <a:lstStyle>
            <a:lvl1pPr marL="0" indent="0">
              <a:buNone/>
              <a:defRPr sz="2400" b="0" i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 dirty="0"/>
              <a:t>Subtitle field</a:t>
            </a:r>
          </a:p>
        </p:txBody>
      </p:sp>
    </p:spTree>
    <p:extLst>
      <p:ext uri="{BB962C8B-B14F-4D97-AF65-F5344CB8AC3E}">
        <p14:creationId xmlns:p14="http://schemas.microsoft.com/office/powerpoint/2010/main" val="177350192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26B9860-E63C-4617-AD73-46EE3B25056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720000" y="2050828"/>
            <a:ext cx="6228000" cy="2322000"/>
          </a:xfrm>
        </p:spPr>
        <p:txBody>
          <a:bodyPr/>
          <a:lstStyle>
            <a:lvl1pPr marL="0" indent="0">
              <a:lnSpc>
                <a:spcPct val="74000"/>
              </a:lnSpc>
              <a:buNone/>
              <a:defRPr sz="6600" b="1" i="0" cap="all" spc="-160" baseline="0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27A4D11A-9074-A6F8-6BBB-FEC97759B49C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616962" y="697083"/>
            <a:ext cx="1825714" cy="359999"/>
          </a:xfrm>
          <a:prstGeom prst="rect">
            <a:avLst/>
          </a:prstGeom>
        </p:spPr>
      </p:pic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9F5CDF7D-8C85-A682-1A40-F961F3F9C33B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719999" y="4680000"/>
            <a:ext cx="6228000" cy="360000"/>
          </a:xfrm>
        </p:spPr>
        <p:txBody>
          <a:bodyPr wrap="square">
            <a:noAutofit/>
          </a:bodyPr>
          <a:lstStyle>
            <a:lvl1pPr marL="0" indent="0">
              <a:buNone/>
              <a:defRPr sz="2400" b="0" i="0">
                <a:solidFill>
                  <a:schemeClr val="bg1"/>
                </a:solidFill>
                <a:latin typeface="+mn-lt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 dirty="0"/>
              <a:t>Subtitle field</a:t>
            </a:r>
          </a:p>
        </p:txBody>
      </p:sp>
    </p:spTree>
    <p:extLst>
      <p:ext uri="{BB962C8B-B14F-4D97-AF65-F5344CB8AC3E}">
        <p14:creationId xmlns:p14="http://schemas.microsoft.com/office/powerpoint/2010/main" val="409620508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3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26B9860-E63C-4617-AD73-46EE3B25056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720000" y="2050828"/>
            <a:ext cx="6228000" cy="2322000"/>
          </a:xfrm>
        </p:spPr>
        <p:txBody>
          <a:bodyPr/>
          <a:lstStyle>
            <a:lvl1pPr marL="0" indent="0">
              <a:lnSpc>
                <a:spcPct val="74000"/>
              </a:lnSpc>
              <a:buNone/>
              <a:defRPr sz="6600" b="1" i="0" cap="all" spc="-160" baseline="0">
                <a:solidFill>
                  <a:srgbClr val="001A41"/>
                </a:solidFill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8C42BA9B-DD36-F523-20AB-77A46E2D6ADC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616962" y="697083"/>
            <a:ext cx="1825714" cy="359999"/>
          </a:xfrm>
          <a:prstGeom prst="rect">
            <a:avLst/>
          </a:prstGeom>
        </p:spPr>
      </p:pic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502F0B2A-D9CF-8BD0-8B21-B563B38F9F6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719999" y="4680000"/>
            <a:ext cx="6228000" cy="360000"/>
          </a:xfrm>
        </p:spPr>
        <p:txBody>
          <a:bodyPr wrap="square">
            <a:noAutofit/>
          </a:bodyPr>
          <a:lstStyle>
            <a:lvl1pPr marL="0" indent="0">
              <a:buNone/>
              <a:defRPr sz="2400" b="0" i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 dirty="0"/>
              <a:t>Subtitle field</a:t>
            </a:r>
          </a:p>
        </p:txBody>
      </p:sp>
    </p:spTree>
    <p:extLst>
      <p:ext uri="{BB962C8B-B14F-4D97-AF65-F5344CB8AC3E}">
        <p14:creationId xmlns:p14="http://schemas.microsoft.com/office/powerpoint/2010/main" val="419781075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4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26B9860-E63C-4617-AD73-46EE3B25056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720000" y="2050828"/>
            <a:ext cx="6228000" cy="2322000"/>
          </a:xfrm>
        </p:spPr>
        <p:txBody>
          <a:bodyPr/>
          <a:lstStyle>
            <a:lvl1pPr marL="0" indent="0">
              <a:lnSpc>
                <a:spcPct val="74000"/>
              </a:lnSpc>
              <a:buNone/>
              <a:defRPr sz="6600" b="1" i="0" cap="all" spc="-160" baseline="0">
                <a:solidFill>
                  <a:srgbClr val="001A41"/>
                </a:solidFill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grpSp>
        <p:nvGrpSpPr>
          <p:cNvPr id="10" name="Graphic 2">
            <a:extLst>
              <a:ext uri="{FF2B5EF4-FFF2-40B4-BE49-F238E27FC236}">
                <a16:creationId xmlns:a16="http://schemas.microsoft.com/office/drawing/2014/main" id="{447D2E7B-D9CE-9BE6-6B8C-42B08D589289}"/>
              </a:ext>
            </a:extLst>
          </p:cNvPr>
          <p:cNvGrpSpPr/>
          <p:nvPr userDrawn="1"/>
        </p:nvGrpSpPr>
        <p:grpSpPr>
          <a:xfrm>
            <a:off x="728819" y="720451"/>
            <a:ext cx="1613571" cy="311367"/>
            <a:chOff x="728819" y="720451"/>
            <a:chExt cx="1613571" cy="311367"/>
          </a:xfrm>
        </p:grpSpPr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F39F666A-A4B0-5A9A-35CB-06986A1C0A65}"/>
                </a:ext>
              </a:extLst>
            </p:cNvPr>
            <p:cNvSpPr/>
            <p:nvPr/>
          </p:nvSpPr>
          <p:spPr>
            <a:xfrm>
              <a:off x="1101676" y="764661"/>
              <a:ext cx="1240714" cy="267157"/>
            </a:xfrm>
            <a:custGeom>
              <a:avLst/>
              <a:gdLst>
                <a:gd name="connsiteX0" fmla="*/ 200571 w 1240714"/>
                <a:gd name="connsiteY0" fmla="*/ 121263 h 267157"/>
                <a:gd name="connsiteX1" fmla="*/ 200571 w 1240714"/>
                <a:gd name="connsiteY1" fmla="*/ 214105 h 267157"/>
                <a:gd name="connsiteX2" fmla="*/ 162000 w 1240714"/>
                <a:gd name="connsiteY2" fmla="*/ 214105 h 267157"/>
                <a:gd name="connsiteX3" fmla="*/ 162000 w 1240714"/>
                <a:gd name="connsiteY3" fmla="*/ 135158 h 267157"/>
                <a:gd name="connsiteX4" fmla="*/ 129857 w 1240714"/>
                <a:gd name="connsiteY4" fmla="*/ 85894 h 267157"/>
                <a:gd name="connsiteX5" fmla="*/ 96429 w 1240714"/>
                <a:gd name="connsiteY5" fmla="*/ 128210 h 267157"/>
                <a:gd name="connsiteX6" fmla="*/ 96429 w 1240714"/>
                <a:gd name="connsiteY6" fmla="*/ 214105 h 267157"/>
                <a:gd name="connsiteX7" fmla="*/ 57857 w 1240714"/>
                <a:gd name="connsiteY7" fmla="*/ 214105 h 267157"/>
                <a:gd name="connsiteX8" fmla="*/ 57857 w 1240714"/>
                <a:gd name="connsiteY8" fmla="*/ 56842 h 267157"/>
                <a:gd name="connsiteX9" fmla="*/ 93857 w 1240714"/>
                <a:gd name="connsiteY9" fmla="*/ 56842 h 267157"/>
                <a:gd name="connsiteX10" fmla="*/ 93857 w 1240714"/>
                <a:gd name="connsiteY10" fmla="*/ 70737 h 267157"/>
                <a:gd name="connsiteX11" fmla="*/ 138214 w 1240714"/>
                <a:gd name="connsiteY11" fmla="*/ 51789 h 267157"/>
                <a:gd name="connsiteX12" fmla="*/ 200571 w 1240714"/>
                <a:gd name="connsiteY12" fmla="*/ 121263 h 267157"/>
                <a:gd name="connsiteX13" fmla="*/ 1286 w 1240714"/>
                <a:gd name="connsiteY13" fmla="*/ 56842 h 267157"/>
                <a:gd name="connsiteX14" fmla="*/ 40500 w 1240714"/>
                <a:gd name="connsiteY14" fmla="*/ 56842 h 267157"/>
                <a:gd name="connsiteX15" fmla="*/ 40500 w 1240714"/>
                <a:gd name="connsiteY15" fmla="*/ 214105 h 267157"/>
                <a:gd name="connsiteX16" fmla="*/ 1286 w 1240714"/>
                <a:gd name="connsiteY16" fmla="*/ 214105 h 267157"/>
                <a:gd name="connsiteX17" fmla="*/ 1286 w 1240714"/>
                <a:gd name="connsiteY17" fmla="*/ 56842 h 267157"/>
                <a:gd name="connsiteX18" fmla="*/ 247500 w 1240714"/>
                <a:gd name="connsiteY18" fmla="*/ 135789 h 267157"/>
                <a:gd name="connsiteX19" fmla="*/ 295714 w 1240714"/>
                <a:gd name="connsiteY19" fmla="*/ 185052 h 267157"/>
                <a:gd name="connsiteX20" fmla="*/ 331071 w 1240714"/>
                <a:gd name="connsiteY20" fmla="*/ 163578 h 267157"/>
                <a:gd name="connsiteX21" fmla="*/ 374143 w 1240714"/>
                <a:gd name="connsiteY21" fmla="*/ 163578 h 267157"/>
                <a:gd name="connsiteX22" fmla="*/ 293786 w 1240714"/>
                <a:gd name="connsiteY22" fmla="*/ 219789 h 267157"/>
                <a:gd name="connsiteX23" fmla="*/ 208929 w 1240714"/>
                <a:gd name="connsiteY23" fmla="*/ 135158 h 267157"/>
                <a:gd name="connsiteX24" fmla="*/ 293786 w 1240714"/>
                <a:gd name="connsiteY24" fmla="*/ 51789 h 267157"/>
                <a:gd name="connsiteX25" fmla="*/ 374143 w 1240714"/>
                <a:gd name="connsiteY25" fmla="*/ 109263 h 267157"/>
                <a:gd name="connsiteX26" fmla="*/ 331071 w 1240714"/>
                <a:gd name="connsiteY26" fmla="*/ 109263 h 267157"/>
                <a:gd name="connsiteX27" fmla="*/ 293786 w 1240714"/>
                <a:gd name="connsiteY27" fmla="*/ 86526 h 267157"/>
                <a:gd name="connsiteX28" fmla="*/ 247500 w 1240714"/>
                <a:gd name="connsiteY28" fmla="*/ 135789 h 267157"/>
                <a:gd name="connsiteX29" fmla="*/ 43714 w 1240714"/>
                <a:gd name="connsiteY29" fmla="*/ 21474 h 267157"/>
                <a:gd name="connsiteX30" fmla="*/ 21857 w 1240714"/>
                <a:gd name="connsiteY30" fmla="*/ 42947 h 267157"/>
                <a:gd name="connsiteX31" fmla="*/ 0 w 1240714"/>
                <a:gd name="connsiteY31" fmla="*/ 21474 h 267157"/>
                <a:gd name="connsiteX32" fmla="*/ 21857 w 1240714"/>
                <a:gd name="connsiteY32" fmla="*/ 0 h 267157"/>
                <a:gd name="connsiteX33" fmla="*/ 43714 w 1240714"/>
                <a:gd name="connsiteY33" fmla="*/ 21474 h 267157"/>
                <a:gd name="connsiteX34" fmla="*/ 984857 w 1240714"/>
                <a:gd name="connsiteY34" fmla="*/ 51789 h 267157"/>
                <a:gd name="connsiteX35" fmla="*/ 933428 w 1240714"/>
                <a:gd name="connsiteY35" fmla="*/ 70105 h 267157"/>
                <a:gd name="connsiteX36" fmla="*/ 933428 w 1240714"/>
                <a:gd name="connsiteY36" fmla="*/ 57474 h 267157"/>
                <a:gd name="connsiteX37" fmla="*/ 894214 w 1240714"/>
                <a:gd name="connsiteY37" fmla="*/ 57474 h 267157"/>
                <a:gd name="connsiteX38" fmla="*/ 894214 w 1240714"/>
                <a:gd name="connsiteY38" fmla="*/ 267157 h 267157"/>
                <a:gd name="connsiteX39" fmla="*/ 933428 w 1240714"/>
                <a:gd name="connsiteY39" fmla="*/ 267157 h 267157"/>
                <a:gd name="connsiteX40" fmla="*/ 933428 w 1240714"/>
                <a:gd name="connsiteY40" fmla="*/ 201473 h 267157"/>
                <a:gd name="connsiteX41" fmla="*/ 984857 w 1240714"/>
                <a:gd name="connsiteY41" fmla="*/ 219157 h 267157"/>
                <a:gd name="connsiteX42" fmla="*/ 1067786 w 1240714"/>
                <a:gd name="connsiteY42" fmla="*/ 135789 h 267157"/>
                <a:gd name="connsiteX43" fmla="*/ 984857 w 1240714"/>
                <a:gd name="connsiteY43" fmla="*/ 51789 h 267157"/>
                <a:gd name="connsiteX44" fmla="*/ 980357 w 1240714"/>
                <a:gd name="connsiteY44" fmla="*/ 185052 h 267157"/>
                <a:gd name="connsiteX45" fmla="*/ 931500 w 1240714"/>
                <a:gd name="connsiteY45" fmla="*/ 136421 h 267157"/>
                <a:gd name="connsiteX46" fmla="*/ 981000 w 1240714"/>
                <a:gd name="connsiteY46" fmla="*/ 86526 h 267157"/>
                <a:gd name="connsiteX47" fmla="*/ 1030500 w 1240714"/>
                <a:gd name="connsiteY47" fmla="*/ 135789 h 267157"/>
                <a:gd name="connsiteX48" fmla="*/ 980357 w 1240714"/>
                <a:gd name="connsiteY48" fmla="*/ 185052 h 267157"/>
                <a:gd name="connsiteX49" fmla="*/ 841500 w 1240714"/>
                <a:gd name="connsiteY49" fmla="*/ 70105 h 267157"/>
                <a:gd name="connsiteX50" fmla="*/ 790071 w 1240714"/>
                <a:gd name="connsiteY50" fmla="*/ 51789 h 267157"/>
                <a:gd name="connsiteX51" fmla="*/ 707143 w 1240714"/>
                <a:gd name="connsiteY51" fmla="*/ 135789 h 267157"/>
                <a:gd name="connsiteX52" fmla="*/ 790071 w 1240714"/>
                <a:gd name="connsiteY52" fmla="*/ 219157 h 267157"/>
                <a:gd name="connsiteX53" fmla="*/ 841500 w 1240714"/>
                <a:gd name="connsiteY53" fmla="*/ 201473 h 267157"/>
                <a:gd name="connsiteX54" fmla="*/ 841500 w 1240714"/>
                <a:gd name="connsiteY54" fmla="*/ 214105 h 267157"/>
                <a:gd name="connsiteX55" fmla="*/ 880714 w 1240714"/>
                <a:gd name="connsiteY55" fmla="*/ 214105 h 267157"/>
                <a:gd name="connsiteX56" fmla="*/ 880714 w 1240714"/>
                <a:gd name="connsiteY56" fmla="*/ 56842 h 267157"/>
                <a:gd name="connsiteX57" fmla="*/ 841500 w 1240714"/>
                <a:gd name="connsiteY57" fmla="*/ 56842 h 267157"/>
                <a:gd name="connsiteX58" fmla="*/ 841500 w 1240714"/>
                <a:gd name="connsiteY58" fmla="*/ 70105 h 267157"/>
                <a:gd name="connsiteX59" fmla="*/ 793928 w 1240714"/>
                <a:gd name="connsiteY59" fmla="*/ 185052 h 267157"/>
                <a:gd name="connsiteX60" fmla="*/ 744428 w 1240714"/>
                <a:gd name="connsiteY60" fmla="*/ 135789 h 267157"/>
                <a:gd name="connsiteX61" fmla="*/ 793928 w 1240714"/>
                <a:gd name="connsiteY61" fmla="*/ 86526 h 267157"/>
                <a:gd name="connsiteX62" fmla="*/ 843429 w 1240714"/>
                <a:gd name="connsiteY62" fmla="*/ 136421 h 267157"/>
                <a:gd name="connsiteX63" fmla="*/ 793928 w 1240714"/>
                <a:gd name="connsiteY63" fmla="*/ 185052 h 267157"/>
                <a:gd name="connsiteX64" fmla="*/ 1240714 w 1240714"/>
                <a:gd name="connsiteY64" fmla="*/ 133263 h 267157"/>
                <a:gd name="connsiteX65" fmla="*/ 1157786 w 1240714"/>
                <a:gd name="connsiteY65" fmla="*/ 51789 h 267157"/>
                <a:gd name="connsiteX66" fmla="*/ 1073571 w 1240714"/>
                <a:gd name="connsiteY66" fmla="*/ 136421 h 267157"/>
                <a:gd name="connsiteX67" fmla="*/ 1157786 w 1240714"/>
                <a:gd name="connsiteY67" fmla="*/ 219789 h 267157"/>
                <a:gd name="connsiteX68" fmla="*/ 1234928 w 1240714"/>
                <a:gd name="connsiteY68" fmla="*/ 165473 h 267157"/>
                <a:gd name="connsiteX69" fmla="*/ 1194429 w 1240714"/>
                <a:gd name="connsiteY69" fmla="*/ 165473 h 267157"/>
                <a:gd name="connsiteX70" fmla="*/ 1157786 w 1240714"/>
                <a:gd name="connsiteY70" fmla="*/ 185684 h 267157"/>
                <a:gd name="connsiteX71" fmla="*/ 1113428 w 1240714"/>
                <a:gd name="connsiteY71" fmla="*/ 153473 h 267157"/>
                <a:gd name="connsiteX72" fmla="*/ 1238143 w 1240714"/>
                <a:gd name="connsiteY72" fmla="*/ 153473 h 267157"/>
                <a:gd name="connsiteX73" fmla="*/ 1240714 w 1240714"/>
                <a:gd name="connsiteY73" fmla="*/ 133263 h 267157"/>
                <a:gd name="connsiteX74" fmla="*/ 1113428 w 1240714"/>
                <a:gd name="connsiteY74" fmla="*/ 122526 h 267157"/>
                <a:gd name="connsiteX75" fmla="*/ 1158428 w 1240714"/>
                <a:gd name="connsiteY75" fmla="*/ 86526 h 267157"/>
                <a:gd name="connsiteX76" fmla="*/ 1202143 w 1240714"/>
                <a:gd name="connsiteY76" fmla="*/ 122526 h 267157"/>
                <a:gd name="connsiteX77" fmla="*/ 1113428 w 1240714"/>
                <a:gd name="connsiteY77" fmla="*/ 122526 h 267157"/>
                <a:gd name="connsiteX78" fmla="*/ 572786 w 1240714"/>
                <a:gd name="connsiteY78" fmla="*/ 135789 h 267157"/>
                <a:gd name="connsiteX79" fmla="*/ 621000 w 1240714"/>
                <a:gd name="connsiteY79" fmla="*/ 185052 h 267157"/>
                <a:gd name="connsiteX80" fmla="*/ 656357 w 1240714"/>
                <a:gd name="connsiteY80" fmla="*/ 163578 h 267157"/>
                <a:gd name="connsiteX81" fmla="*/ 699428 w 1240714"/>
                <a:gd name="connsiteY81" fmla="*/ 163578 h 267157"/>
                <a:gd name="connsiteX82" fmla="*/ 619071 w 1240714"/>
                <a:gd name="connsiteY82" fmla="*/ 219789 h 267157"/>
                <a:gd name="connsiteX83" fmla="*/ 534214 w 1240714"/>
                <a:gd name="connsiteY83" fmla="*/ 135158 h 267157"/>
                <a:gd name="connsiteX84" fmla="*/ 619071 w 1240714"/>
                <a:gd name="connsiteY84" fmla="*/ 51789 h 267157"/>
                <a:gd name="connsiteX85" fmla="*/ 699428 w 1240714"/>
                <a:gd name="connsiteY85" fmla="*/ 109263 h 267157"/>
                <a:gd name="connsiteX86" fmla="*/ 656357 w 1240714"/>
                <a:gd name="connsiteY86" fmla="*/ 109263 h 267157"/>
                <a:gd name="connsiteX87" fmla="*/ 619071 w 1240714"/>
                <a:gd name="connsiteY87" fmla="*/ 86526 h 267157"/>
                <a:gd name="connsiteX88" fmla="*/ 572786 w 1240714"/>
                <a:gd name="connsiteY88" fmla="*/ 135789 h 267157"/>
                <a:gd name="connsiteX89" fmla="*/ 525214 w 1240714"/>
                <a:gd name="connsiteY89" fmla="*/ 118105 h 267157"/>
                <a:gd name="connsiteX90" fmla="*/ 525214 w 1240714"/>
                <a:gd name="connsiteY90" fmla="*/ 214105 h 267157"/>
                <a:gd name="connsiteX91" fmla="*/ 486643 w 1240714"/>
                <a:gd name="connsiteY91" fmla="*/ 214105 h 267157"/>
                <a:gd name="connsiteX92" fmla="*/ 486643 w 1240714"/>
                <a:gd name="connsiteY92" fmla="*/ 132631 h 267157"/>
                <a:gd name="connsiteX93" fmla="*/ 453857 w 1240714"/>
                <a:gd name="connsiteY93" fmla="*/ 86526 h 267157"/>
                <a:gd name="connsiteX94" fmla="*/ 421714 w 1240714"/>
                <a:gd name="connsiteY94" fmla="*/ 133263 h 267157"/>
                <a:gd name="connsiteX95" fmla="*/ 421714 w 1240714"/>
                <a:gd name="connsiteY95" fmla="*/ 214736 h 267157"/>
                <a:gd name="connsiteX96" fmla="*/ 383143 w 1240714"/>
                <a:gd name="connsiteY96" fmla="*/ 214736 h 267157"/>
                <a:gd name="connsiteX97" fmla="*/ 383143 w 1240714"/>
                <a:gd name="connsiteY97" fmla="*/ 5053 h 267157"/>
                <a:gd name="connsiteX98" fmla="*/ 421714 w 1240714"/>
                <a:gd name="connsiteY98" fmla="*/ 5053 h 267157"/>
                <a:gd name="connsiteX99" fmla="*/ 421714 w 1240714"/>
                <a:gd name="connsiteY99" fmla="*/ 68210 h 267157"/>
                <a:gd name="connsiteX100" fmla="*/ 463500 w 1240714"/>
                <a:gd name="connsiteY100" fmla="*/ 51789 h 267157"/>
                <a:gd name="connsiteX101" fmla="*/ 525214 w 1240714"/>
                <a:gd name="connsiteY101" fmla="*/ 118105 h 26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</a:cxnLst>
              <a:rect l="l" t="t" r="r" b="b"/>
              <a:pathLst>
                <a:path w="1240714" h="267157">
                  <a:moveTo>
                    <a:pt x="200571" y="121263"/>
                  </a:moveTo>
                  <a:lnTo>
                    <a:pt x="200571" y="214105"/>
                  </a:lnTo>
                  <a:lnTo>
                    <a:pt x="162000" y="214105"/>
                  </a:lnTo>
                  <a:lnTo>
                    <a:pt x="162000" y="135158"/>
                  </a:lnTo>
                  <a:cubicBezTo>
                    <a:pt x="162000" y="102947"/>
                    <a:pt x="151071" y="85894"/>
                    <a:pt x="129857" y="85894"/>
                  </a:cubicBezTo>
                  <a:cubicBezTo>
                    <a:pt x="118286" y="85894"/>
                    <a:pt x="96429" y="93473"/>
                    <a:pt x="96429" y="128210"/>
                  </a:cubicBezTo>
                  <a:lnTo>
                    <a:pt x="96429" y="214105"/>
                  </a:lnTo>
                  <a:lnTo>
                    <a:pt x="57857" y="214105"/>
                  </a:lnTo>
                  <a:lnTo>
                    <a:pt x="57857" y="56842"/>
                  </a:lnTo>
                  <a:lnTo>
                    <a:pt x="93857" y="56842"/>
                  </a:lnTo>
                  <a:lnTo>
                    <a:pt x="93857" y="70737"/>
                  </a:lnTo>
                  <a:cubicBezTo>
                    <a:pt x="106714" y="58737"/>
                    <a:pt x="119571" y="51789"/>
                    <a:pt x="138214" y="51789"/>
                  </a:cubicBezTo>
                  <a:cubicBezTo>
                    <a:pt x="158786" y="51789"/>
                    <a:pt x="200571" y="64421"/>
                    <a:pt x="200571" y="121263"/>
                  </a:cubicBezTo>
                  <a:close/>
                  <a:moveTo>
                    <a:pt x="1286" y="56842"/>
                  </a:moveTo>
                  <a:lnTo>
                    <a:pt x="40500" y="56842"/>
                  </a:lnTo>
                  <a:lnTo>
                    <a:pt x="40500" y="214105"/>
                  </a:lnTo>
                  <a:lnTo>
                    <a:pt x="1286" y="214105"/>
                  </a:lnTo>
                  <a:lnTo>
                    <a:pt x="1286" y="56842"/>
                  </a:lnTo>
                  <a:close/>
                  <a:moveTo>
                    <a:pt x="247500" y="135789"/>
                  </a:moveTo>
                  <a:cubicBezTo>
                    <a:pt x="247500" y="163578"/>
                    <a:pt x="268071" y="185052"/>
                    <a:pt x="295714" y="185052"/>
                  </a:cubicBezTo>
                  <a:cubicBezTo>
                    <a:pt x="311786" y="185052"/>
                    <a:pt x="323357" y="176210"/>
                    <a:pt x="331071" y="163578"/>
                  </a:cubicBezTo>
                  <a:lnTo>
                    <a:pt x="374143" y="163578"/>
                  </a:lnTo>
                  <a:cubicBezTo>
                    <a:pt x="360643" y="199578"/>
                    <a:pt x="330429" y="219789"/>
                    <a:pt x="293786" y="219789"/>
                  </a:cubicBezTo>
                  <a:cubicBezTo>
                    <a:pt x="246857" y="219789"/>
                    <a:pt x="208929" y="181894"/>
                    <a:pt x="208929" y="135158"/>
                  </a:cubicBezTo>
                  <a:cubicBezTo>
                    <a:pt x="208929" y="89684"/>
                    <a:pt x="246857" y="51789"/>
                    <a:pt x="293786" y="51789"/>
                  </a:cubicBezTo>
                  <a:cubicBezTo>
                    <a:pt x="329786" y="51789"/>
                    <a:pt x="361929" y="73263"/>
                    <a:pt x="374143" y="109263"/>
                  </a:cubicBezTo>
                  <a:lnTo>
                    <a:pt x="331071" y="109263"/>
                  </a:lnTo>
                  <a:cubicBezTo>
                    <a:pt x="322714" y="94737"/>
                    <a:pt x="311786" y="86526"/>
                    <a:pt x="293786" y="86526"/>
                  </a:cubicBezTo>
                  <a:cubicBezTo>
                    <a:pt x="266786" y="86526"/>
                    <a:pt x="247500" y="107368"/>
                    <a:pt x="247500" y="135789"/>
                  </a:cubicBezTo>
                  <a:close/>
                  <a:moveTo>
                    <a:pt x="43714" y="21474"/>
                  </a:moveTo>
                  <a:cubicBezTo>
                    <a:pt x="43714" y="33474"/>
                    <a:pt x="34071" y="42947"/>
                    <a:pt x="21857" y="42947"/>
                  </a:cubicBezTo>
                  <a:cubicBezTo>
                    <a:pt x="9643" y="42947"/>
                    <a:pt x="0" y="33474"/>
                    <a:pt x="0" y="21474"/>
                  </a:cubicBezTo>
                  <a:cubicBezTo>
                    <a:pt x="0" y="9474"/>
                    <a:pt x="9643" y="0"/>
                    <a:pt x="21857" y="0"/>
                  </a:cubicBezTo>
                  <a:cubicBezTo>
                    <a:pt x="34071" y="0"/>
                    <a:pt x="43714" y="9474"/>
                    <a:pt x="43714" y="21474"/>
                  </a:cubicBezTo>
                  <a:close/>
                  <a:moveTo>
                    <a:pt x="984857" y="51789"/>
                  </a:moveTo>
                  <a:cubicBezTo>
                    <a:pt x="964928" y="51789"/>
                    <a:pt x="946928" y="58737"/>
                    <a:pt x="933428" y="70105"/>
                  </a:cubicBezTo>
                  <a:lnTo>
                    <a:pt x="933428" y="57474"/>
                  </a:lnTo>
                  <a:lnTo>
                    <a:pt x="894214" y="57474"/>
                  </a:lnTo>
                  <a:lnTo>
                    <a:pt x="894214" y="267157"/>
                  </a:lnTo>
                  <a:lnTo>
                    <a:pt x="933428" y="267157"/>
                  </a:lnTo>
                  <a:lnTo>
                    <a:pt x="933428" y="201473"/>
                  </a:lnTo>
                  <a:cubicBezTo>
                    <a:pt x="947571" y="212842"/>
                    <a:pt x="964928" y="219157"/>
                    <a:pt x="984857" y="219157"/>
                  </a:cubicBezTo>
                  <a:cubicBezTo>
                    <a:pt x="1030500" y="219157"/>
                    <a:pt x="1067786" y="180631"/>
                    <a:pt x="1067786" y="135789"/>
                  </a:cubicBezTo>
                  <a:cubicBezTo>
                    <a:pt x="1067786" y="90316"/>
                    <a:pt x="1031786" y="51789"/>
                    <a:pt x="984857" y="51789"/>
                  </a:cubicBezTo>
                  <a:close/>
                  <a:moveTo>
                    <a:pt x="980357" y="185052"/>
                  </a:moveTo>
                  <a:cubicBezTo>
                    <a:pt x="952071" y="185052"/>
                    <a:pt x="931500" y="162315"/>
                    <a:pt x="931500" y="136421"/>
                  </a:cubicBezTo>
                  <a:cubicBezTo>
                    <a:pt x="931500" y="110526"/>
                    <a:pt x="952071" y="86526"/>
                    <a:pt x="981000" y="86526"/>
                  </a:cubicBezTo>
                  <a:cubicBezTo>
                    <a:pt x="1008000" y="86526"/>
                    <a:pt x="1030500" y="109894"/>
                    <a:pt x="1030500" y="135789"/>
                  </a:cubicBezTo>
                  <a:cubicBezTo>
                    <a:pt x="1029857" y="162315"/>
                    <a:pt x="1009286" y="185052"/>
                    <a:pt x="980357" y="185052"/>
                  </a:cubicBezTo>
                  <a:close/>
                  <a:moveTo>
                    <a:pt x="841500" y="70105"/>
                  </a:moveTo>
                  <a:cubicBezTo>
                    <a:pt x="827357" y="58737"/>
                    <a:pt x="810000" y="51789"/>
                    <a:pt x="790071" y="51789"/>
                  </a:cubicBezTo>
                  <a:cubicBezTo>
                    <a:pt x="743143" y="51789"/>
                    <a:pt x="707143" y="90316"/>
                    <a:pt x="707143" y="135789"/>
                  </a:cubicBezTo>
                  <a:cubicBezTo>
                    <a:pt x="707143" y="181263"/>
                    <a:pt x="744428" y="219157"/>
                    <a:pt x="790071" y="219157"/>
                  </a:cubicBezTo>
                  <a:cubicBezTo>
                    <a:pt x="810000" y="219157"/>
                    <a:pt x="828000" y="212842"/>
                    <a:pt x="841500" y="201473"/>
                  </a:cubicBezTo>
                  <a:lnTo>
                    <a:pt x="841500" y="214105"/>
                  </a:lnTo>
                  <a:lnTo>
                    <a:pt x="880714" y="214105"/>
                  </a:lnTo>
                  <a:lnTo>
                    <a:pt x="880714" y="56842"/>
                  </a:lnTo>
                  <a:lnTo>
                    <a:pt x="841500" y="56842"/>
                  </a:lnTo>
                  <a:lnTo>
                    <a:pt x="841500" y="70105"/>
                  </a:lnTo>
                  <a:close/>
                  <a:moveTo>
                    <a:pt x="793928" y="185052"/>
                  </a:moveTo>
                  <a:cubicBezTo>
                    <a:pt x="765000" y="185052"/>
                    <a:pt x="744428" y="162315"/>
                    <a:pt x="744428" y="135789"/>
                  </a:cubicBezTo>
                  <a:cubicBezTo>
                    <a:pt x="744428" y="109263"/>
                    <a:pt x="766286" y="86526"/>
                    <a:pt x="793928" y="86526"/>
                  </a:cubicBezTo>
                  <a:cubicBezTo>
                    <a:pt x="822214" y="86526"/>
                    <a:pt x="843429" y="110526"/>
                    <a:pt x="843429" y="136421"/>
                  </a:cubicBezTo>
                  <a:cubicBezTo>
                    <a:pt x="842786" y="162315"/>
                    <a:pt x="822857" y="185052"/>
                    <a:pt x="793928" y="185052"/>
                  </a:cubicBezTo>
                  <a:close/>
                  <a:moveTo>
                    <a:pt x="1240714" y="133263"/>
                  </a:moveTo>
                  <a:cubicBezTo>
                    <a:pt x="1240714" y="87158"/>
                    <a:pt x="1204714" y="51789"/>
                    <a:pt x="1157786" y="51789"/>
                  </a:cubicBezTo>
                  <a:cubicBezTo>
                    <a:pt x="1108928" y="51789"/>
                    <a:pt x="1073571" y="89684"/>
                    <a:pt x="1073571" y="136421"/>
                  </a:cubicBezTo>
                  <a:cubicBezTo>
                    <a:pt x="1073571" y="182526"/>
                    <a:pt x="1109571" y="219789"/>
                    <a:pt x="1157786" y="219789"/>
                  </a:cubicBezTo>
                  <a:cubicBezTo>
                    <a:pt x="1191857" y="219789"/>
                    <a:pt x="1224643" y="197052"/>
                    <a:pt x="1234928" y="165473"/>
                  </a:cubicBezTo>
                  <a:lnTo>
                    <a:pt x="1194429" y="165473"/>
                  </a:lnTo>
                  <a:cubicBezTo>
                    <a:pt x="1186714" y="179368"/>
                    <a:pt x="1173214" y="185684"/>
                    <a:pt x="1157786" y="185684"/>
                  </a:cubicBezTo>
                  <a:cubicBezTo>
                    <a:pt x="1134000" y="185684"/>
                    <a:pt x="1116643" y="167368"/>
                    <a:pt x="1113428" y="153473"/>
                  </a:cubicBezTo>
                  <a:lnTo>
                    <a:pt x="1238143" y="153473"/>
                  </a:lnTo>
                  <a:cubicBezTo>
                    <a:pt x="1240071" y="145894"/>
                    <a:pt x="1240714" y="139579"/>
                    <a:pt x="1240714" y="133263"/>
                  </a:cubicBezTo>
                  <a:close/>
                  <a:moveTo>
                    <a:pt x="1113428" y="122526"/>
                  </a:moveTo>
                  <a:cubicBezTo>
                    <a:pt x="1119214" y="98526"/>
                    <a:pt x="1137214" y="86526"/>
                    <a:pt x="1158428" y="86526"/>
                  </a:cubicBezTo>
                  <a:cubicBezTo>
                    <a:pt x="1182214" y="86526"/>
                    <a:pt x="1198286" y="99789"/>
                    <a:pt x="1202143" y="122526"/>
                  </a:cubicBezTo>
                  <a:lnTo>
                    <a:pt x="1113428" y="122526"/>
                  </a:lnTo>
                  <a:close/>
                  <a:moveTo>
                    <a:pt x="572786" y="135789"/>
                  </a:moveTo>
                  <a:cubicBezTo>
                    <a:pt x="572786" y="163578"/>
                    <a:pt x="593357" y="185052"/>
                    <a:pt x="621000" y="185052"/>
                  </a:cubicBezTo>
                  <a:cubicBezTo>
                    <a:pt x="637071" y="185052"/>
                    <a:pt x="648643" y="176210"/>
                    <a:pt x="656357" y="163578"/>
                  </a:cubicBezTo>
                  <a:lnTo>
                    <a:pt x="699428" y="163578"/>
                  </a:lnTo>
                  <a:cubicBezTo>
                    <a:pt x="685929" y="199578"/>
                    <a:pt x="655714" y="219789"/>
                    <a:pt x="619071" y="219789"/>
                  </a:cubicBezTo>
                  <a:cubicBezTo>
                    <a:pt x="572143" y="219789"/>
                    <a:pt x="534214" y="181894"/>
                    <a:pt x="534214" y="135158"/>
                  </a:cubicBezTo>
                  <a:cubicBezTo>
                    <a:pt x="534214" y="89684"/>
                    <a:pt x="572143" y="51789"/>
                    <a:pt x="619071" y="51789"/>
                  </a:cubicBezTo>
                  <a:cubicBezTo>
                    <a:pt x="655071" y="51789"/>
                    <a:pt x="687214" y="73263"/>
                    <a:pt x="699428" y="109263"/>
                  </a:cubicBezTo>
                  <a:lnTo>
                    <a:pt x="656357" y="109263"/>
                  </a:lnTo>
                  <a:cubicBezTo>
                    <a:pt x="648000" y="94737"/>
                    <a:pt x="637071" y="86526"/>
                    <a:pt x="619071" y="86526"/>
                  </a:cubicBezTo>
                  <a:cubicBezTo>
                    <a:pt x="592071" y="86526"/>
                    <a:pt x="572786" y="107368"/>
                    <a:pt x="572786" y="135789"/>
                  </a:cubicBezTo>
                  <a:close/>
                  <a:moveTo>
                    <a:pt x="525214" y="118105"/>
                  </a:moveTo>
                  <a:lnTo>
                    <a:pt x="525214" y="214105"/>
                  </a:lnTo>
                  <a:lnTo>
                    <a:pt x="486643" y="214105"/>
                  </a:lnTo>
                  <a:lnTo>
                    <a:pt x="486643" y="132631"/>
                  </a:lnTo>
                  <a:cubicBezTo>
                    <a:pt x="486643" y="99789"/>
                    <a:pt x="475714" y="86526"/>
                    <a:pt x="453857" y="86526"/>
                  </a:cubicBezTo>
                  <a:cubicBezTo>
                    <a:pt x="432000" y="86526"/>
                    <a:pt x="421714" y="101684"/>
                    <a:pt x="421714" y="133263"/>
                  </a:cubicBezTo>
                  <a:lnTo>
                    <a:pt x="421714" y="214736"/>
                  </a:lnTo>
                  <a:lnTo>
                    <a:pt x="383143" y="214736"/>
                  </a:lnTo>
                  <a:lnTo>
                    <a:pt x="383143" y="5053"/>
                  </a:lnTo>
                  <a:lnTo>
                    <a:pt x="421714" y="5053"/>
                  </a:lnTo>
                  <a:lnTo>
                    <a:pt x="421714" y="68210"/>
                  </a:lnTo>
                  <a:cubicBezTo>
                    <a:pt x="433286" y="57474"/>
                    <a:pt x="446786" y="51789"/>
                    <a:pt x="463500" y="51789"/>
                  </a:cubicBezTo>
                  <a:cubicBezTo>
                    <a:pt x="482786" y="51789"/>
                    <a:pt x="525214" y="65052"/>
                    <a:pt x="525214" y="118105"/>
                  </a:cubicBezTo>
                  <a:close/>
                </a:path>
              </a:pathLst>
            </a:custGeom>
            <a:solidFill>
              <a:srgbClr val="001A41"/>
            </a:solidFill>
            <a:ln w="64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" name="Freeform 12">
              <a:extLst>
                <a:ext uri="{FF2B5EF4-FFF2-40B4-BE49-F238E27FC236}">
                  <a16:creationId xmlns:a16="http://schemas.microsoft.com/office/drawing/2014/main" id="{AE0B0C56-3949-641A-493E-BC1A232F7592}"/>
                </a:ext>
              </a:extLst>
            </p:cNvPr>
            <p:cNvSpPr/>
            <p:nvPr/>
          </p:nvSpPr>
          <p:spPr>
            <a:xfrm>
              <a:off x="728819" y="720451"/>
              <a:ext cx="314999" cy="308841"/>
            </a:xfrm>
            <a:custGeom>
              <a:avLst/>
              <a:gdLst>
                <a:gd name="connsiteX0" fmla="*/ 315000 w 314999"/>
                <a:gd name="connsiteY0" fmla="*/ 154736 h 308841"/>
                <a:gd name="connsiteX1" fmla="*/ 157500 w 314999"/>
                <a:gd name="connsiteY1" fmla="*/ 0 h 308841"/>
                <a:gd name="connsiteX2" fmla="*/ 0 w 314999"/>
                <a:gd name="connsiteY2" fmla="*/ 154736 h 308841"/>
                <a:gd name="connsiteX3" fmla="*/ 147857 w 314999"/>
                <a:gd name="connsiteY3" fmla="*/ 308841 h 308841"/>
                <a:gd name="connsiteX4" fmla="*/ 211500 w 314999"/>
                <a:gd name="connsiteY4" fmla="*/ 176842 h 308841"/>
                <a:gd name="connsiteX5" fmla="*/ 190929 w 314999"/>
                <a:gd name="connsiteY5" fmla="*/ 98526 h 308841"/>
                <a:gd name="connsiteX6" fmla="*/ 246857 w 314999"/>
                <a:gd name="connsiteY6" fmla="*/ 79579 h 308841"/>
                <a:gd name="connsiteX7" fmla="*/ 291214 w 314999"/>
                <a:gd name="connsiteY7" fmla="*/ 171789 h 308841"/>
                <a:gd name="connsiteX8" fmla="*/ 288643 w 314999"/>
                <a:gd name="connsiteY8" fmla="*/ 240631 h 308841"/>
                <a:gd name="connsiteX9" fmla="*/ 315000 w 314999"/>
                <a:gd name="connsiteY9" fmla="*/ 154736 h 308841"/>
                <a:gd name="connsiteX10" fmla="*/ 175500 w 314999"/>
                <a:gd name="connsiteY10" fmla="*/ 73895 h 308841"/>
                <a:gd name="connsiteX11" fmla="*/ 122786 w 314999"/>
                <a:gd name="connsiteY11" fmla="*/ 27158 h 308841"/>
                <a:gd name="connsiteX12" fmla="*/ 222429 w 314999"/>
                <a:gd name="connsiteY12" fmla="*/ 58105 h 308841"/>
                <a:gd name="connsiteX13" fmla="*/ 175500 w 314999"/>
                <a:gd name="connsiteY13" fmla="*/ 73895 h 3088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14999" h="308841">
                  <a:moveTo>
                    <a:pt x="315000" y="154736"/>
                  </a:moveTo>
                  <a:cubicBezTo>
                    <a:pt x="315000" y="69473"/>
                    <a:pt x="244286" y="0"/>
                    <a:pt x="157500" y="0"/>
                  </a:cubicBezTo>
                  <a:cubicBezTo>
                    <a:pt x="70714" y="0"/>
                    <a:pt x="0" y="69473"/>
                    <a:pt x="0" y="154736"/>
                  </a:cubicBezTo>
                  <a:cubicBezTo>
                    <a:pt x="0" y="236841"/>
                    <a:pt x="65571" y="304420"/>
                    <a:pt x="147857" y="308841"/>
                  </a:cubicBezTo>
                  <a:cubicBezTo>
                    <a:pt x="163286" y="296210"/>
                    <a:pt x="211500" y="250736"/>
                    <a:pt x="211500" y="176842"/>
                  </a:cubicBezTo>
                  <a:cubicBezTo>
                    <a:pt x="211500" y="156000"/>
                    <a:pt x="204429" y="118737"/>
                    <a:pt x="190929" y="98526"/>
                  </a:cubicBezTo>
                  <a:lnTo>
                    <a:pt x="246857" y="79579"/>
                  </a:lnTo>
                  <a:cubicBezTo>
                    <a:pt x="246857" y="79579"/>
                    <a:pt x="282214" y="115579"/>
                    <a:pt x="291214" y="171789"/>
                  </a:cubicBezTo>
                  <a:cubicBezTo>
                    <a:pt x="291214" y="171789"/>
                    <a:pt x="297000" y="208420"/>
                    <a:pt x="288643" y="240631"/>
                  </a:cubicBezTo>
                  <a:cubicBezTo>
                    <a:pt x="305357" y="215999"/>
                    <a:pt x="315000" y="186315"/>
                    <a:pt x="315000" y="154736"/>
                  </a:cubicBezTo>
                  <a:close/>
                  <a:moveTo>
                    <a:pt x="175500" y="73895"/>
                  </a:moveTo>
                  <a:cubicBezTo>
                    <a:pt x="175500" y="73895"/>
                    <a:pt x="160071" y="49895"/>
                    <a:pt x="122786" y="27158"/>
                  </a:cubicBezTo>
                  <a:cubicBezTo>
                    <a:pt x="122786" y="27158"/>
                    <a:pt x="176786" y="26526"/>
                    <a:pt x="222429" y="58105"/>
                  </a:cubicBezTo>
                  <a:lnTo>
                    <a:pt x="175500" y="73895"/>
                  </a:lnTo>
                  <a:close/>
                </a:path>
              </a:pathLst>
            </a:custGeom>
            <a:solidFill>
              <a:srgbClr val="FFFFFF"/>
            </a:solidFill>
            <a:ln w="64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511BEBFD-7766-8369-672B-D9E45B2B54A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719999" y="4680000"/>
            <a:ext cx="6228000" cy="360000"/>
          </a:xfrm>
        </p:spPr>
        <p:txBody>
          <a:bodyPr wrap="square">
            <a:noAutofit/>
          </a:bodyPr>
          <a:lstStyle>
            <a:lvl1pPr marL="0" indent="0">
              <a:buNone/>
              <a:defRPr sz="2400" b="0" i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 dirty="0"/>
              <a:t>Subtitle field</a:t>
            </a:r>
          </a:p>
        </p:txBody>
      </p:sp>
    </p:spTree>
    <p:extLst>
      <p:ext uri="{BB962C8B-B14F-4D97-AF65-F5344CB8AC3E}">
        <p14:creationId xmlns:p14="http://schemas.microsoft.com/office/powerpoint/2010/main" val="104176806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5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2CE20D3-202D-2D48-959B-2BF9406F3571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720000" y="4679999"/>
            <a:ext cx="5760000" cy="360000"/>
          </a:xfrm>
        </p:spPr>
        <p:txBody>
          <a:bodyPr wrap="square">
            <a:noAutofit/>
          </a:bodyPr>
          <a:lstStyle>
            <a:lvl1pPr marL="0" indent="0">
              <a:buNone/>
              <a:defRPr sz="2400" b="0" i="0">
                <a:solidFill>
                  <a:srgbClr val="001A41"/>
                </a:solidFill>
                <a:latin typeface="+mn-lt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 dirty="0"/>
              <a:t>Click to edit subtitle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E6D277-9642-9E45-AD3D-D1BA909241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0" i="0">
                <a:solidFill>
                  <a:srgbClr val="001A41"/>
                </a:solidFill>
                <a:latin typeface="+mn-lt"/>
              </a:defRPr>
            </a:lvl1pPr>
          </a:lstStyle>
          <a:p>
            <a:r>
              <a:rPr lang="en-GB"/>
              <a:t>Inchcape</a:t>
            </a:r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E4954D-3C4C-CD4C-875B-E0EE500FC0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0" i="0">
                <a:solidFill>
                  <a:srgbClr val="001A41"/>
                </a:solidFill>
                <a:latin typeface="+mn-lt"/>
              </a:defRPr>
            </a:lvl1pPr>
          </a:lstStyle>
          <a:p>
            <a:fld id="{9A24425F-4E86-FA46-A893-E19B561985DA}" type="slidenum">
              <a:rPr lang="en-GB" smtClean="0"/>
              <a:pPr/>
              <a:t>‹Nº›</a:t>
            </a:fld>
            <a:endParaRPr lang="en-GB" dirty="0"/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0D0FB428-D2CB-7C4C-9131-5C629181033E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720000" y="2052000"/>
            <a:ext cx="6228000" cy="2322000"/>
          </a:xfrm>
        </p:spPr>
        <p:txBody>
          <a:bodyPr/>
          <a:lstStyle>
            <a:lvl1pPr marL="0" indent="0">
              <a:lnSpc>
                <a:spcPct val="74000"/>
              </a:lnSpc>
              <a:buNone/>
              <a:defRPr sz="6600" b="1" i="0" cap="all" spc="-160" baseline="0">
                <a:solidFill>
                  <a:srgbClr val="001A41"/>
                </a:solidFill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7211319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6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E6D277-9642-9E45-AD3D-D1BA909241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0" i="0">
                <a:solidFill>
                  <a:srgbClr val="001A41"/>
                </a:solidFill>
                <a:latin typeface="+mn-lt"/>
              </a:defRPr>
            </a:lvl1pPr>
          </a:lstStyle>
          <a:p>
            <a:r>
              <a:rPr lang="en-GB"/>
              <a:t>Inchcape</a:t>
            </a:r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E4954D-3C4C-CD4C-875B-E0EE500FC0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0" i="0">
                <a:solidFill>
                  <a:srgbClr val="001A41"/>
                </a:solidFill>
                <a:latin typeface="+mn-lt"/>
              </a:defRPr>
            </a:lvl1pPr>
          </a:lstStyle>
          <a:p>
            <a:fld id="{9A24425F-4E86-FA46-A893-E19B561985DA}" type="slidenum">
              <a:rPr lang="en-GB" smtClean="0"/>
              <a:pPr/>
              <a:t>‹Nº›</a:t>
            </a:fld>
            <a:endParaRPr lang="en-GB" dirty="0"/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10C4A540-B1DD-A14F-B858-4F24D0447AB1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720000" y="4680000"/>
            <a:ext cx="5760000" cy="360000"/>
          </a:xfrm>
        </p:spPr>
        <p:txBody>
          <a:bodyPr wrap="square">
            <a:noAutofit/>
          </a:bodyPr>
          <a:lstStyle>
            <a:lvl1pPr marL="0" indent="0">
              <a:buNone/>
              <a:defRPr sz="2400" b="0" i="0">
                <a:solidFill>
                  <a:schemeClr val="bg1"/>
                </a:solidFill>
                <a:latin typeface="+mn-lt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 dirty="0"/>
              <a:t>Click to edit subtitle</a:t>
            </a:r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A4A71B1A-6C9B-9D40-A0F2-3506B297DDC1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720000" y="2052000"/>
            <a:ext cx="6228000" cy="2322000"/>
          </a:xfrm>
        </p:spPr>
        <p:txBody>
          <a:bodyPr/>
          <a:lstStyle>
            <a:lvl1pPr marL="0" indent="0">
              <a:lnSpc>
                <a:spcPct val="74000"/>
              </a:lnSpc>
              <a:buNone/>
              <a:defRPr sz="6600" b="1" i="0" cap="all" spc="-160" baseline="0">
                <a:solidFill>
                  <a:srgbClr val="001A41"/>
                </a:solidFill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59924544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Divider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26B9860-E63C-4617-AD73-46EE3B25056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720000" y="2050828"/>
            <a:ext cx="6228000" cy="2322000"/>
          </a:xfrm>
        </p:spPr>
        <p:txBody>
          <a:bodyPr/>
          <a:lstStyle>
            <a:lvl1pPr marL="0" indent="0">
              <a:lnSpc>
                <a:spcPct val="74000"/>
              </a:lnSpc>
              <a:buNone/>
              <a:defRPr sz="6600" b="1" i="0" cap="all" spc="-160" baseline="0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27A4D11A-9074-A6F8-6BBB-FEC97759B49C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616962" y="697083"/>
            <a:ext cx="1825714" cy="359999"/>
          </a:xfrm>
          <a:prstGeom prst="rect">
            <a:avLst/>
          </a:prstGeom>
        </p:spPr>
      </p:pic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9F5CDF7D-8C85-A682-1A40-F961F3F9C33B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719999" y="4680000"/>
            <a:ext cx="6228000" cy="360000"/>
          </a:xfrm>
        </p:spPr>
        <p:txBody>
          <a:bodyPr wrap="square">
            <a:noAutofit/>
          </a:bodyPr>
          <a:lstStyle>
            <a:lvl1pPr marL="0" indent="0">
              <a:buNone/>
              <a:defRPr sz="2400" b="0" i="0">
                <a:solidFill>
                  <a:schemeClr val="bg1"/>
                </a:solidFill>
                <a:latin typeface="+mn-lt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 dirty="0"/>
              <a:t>Subtitle field</a:t>
            </a:r>
          </a:p>
        </p:txBody>
      </p:sp>
    </p:spTree>
    <p:extLst>
      <p:ext uri="{BB962C8B-B14F-4D97-AF65-F5344CB8AC3E}">
        <p14:creationId xmlns:p14="http://schemas.microsoft.com/office/powerpoint/2010/main" val="40065774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Content Placeholder 39">
            <a:extLst>
              <a:ext uri="{FF2B5EF4-FFF2-40B4-BE49-F238E27FC236}">
                <a16:creationId xmlns:a16="http://schemas.microsoft.com/office/drawing/2014/main" id="{C30FE997-6A4C-ED4C-97CF-B9C6BF9D2B1F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720000" y="1422000"/>
            <a:ext cx="2610000" cy="4852800"/>
          </a:xfrm>
          <a:custGeom>
            <a:avLst/>
            <a:gdLst>
              <a:gd name="connsiteX0" fmla="*/ 0 w 2610000"/>
              <a:gd name="connsiteY0" fmla="*/ 0 h 4852800"/>
              <a:gd name="connsiteX1" fmla="*/ 2367688 w 2610000"/>
              <a:gd name="connsiteY1" fmla="*/ 0 h 4852800"/>
              <a:gd name="connsiteX2" fmla="*/ 2610000 w 2610000"/>
              <a:gd name="connsiteY2" fmla="*/ 242312 h 4852800"/>
              <a:gd name="connsiteX3" fmla="*/ 2610000 w 2610000"/>
              <a:gd name="connsiteY3" fmla="*/ 4852800 h 4852800"/>
              <a:gd name="connsiteX4" fmla="*/ 0 w 2610000"/>
              <a:gd name="connsiteY4" fmla="*/ 4852800 h 4852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610000" h="4852800">
                <a:moveTo>
                  <a:pt x="0" y="0"/>
                </a:moveTo>
                <a:lnTo>
                  <a:pt x="2367688" y="0"/>
                </a:lnTo>
                <a:lnTo>
                  <a:pt x="2610000" y="242312"/>
                </a:lnTo>
                <a:lnTo>
                  <a:pt x="2610000" y="4852800"/>
                </a:lnTo>
                <a:lnTo>
                  <a:pt x="0" y="4852800"/>
                </a:lnTo>
                <a:close/>
              </a:path>
            </a:pathLst>
          </a:custGeom>
          <a:solidFill>
            <a:schemeClr val="bg2"/>
          </a:solidFill>
          <a:ln w="9508" cap="flat">
            <a:noFill/>
            <a:prstDash val="solid"/>
            <a:miter/>
          </a:ln>
        </p:spPr>
        <p:txBody>
          <a:bodyPr wrap="square" lIns="180000" tIns="144000" rIns="180000" bIns="144000" rtlCol="0" anchor="t">
            <a:noAutofit/>
          </a:bodyPr>
          <a:lstStyle>
            <a:lvl1pPr marL="0" indent="0">
              <a:lnSpc>
                <a:spcPct val="100000"/>
              </a:lnSpc>
              <a:spcAft>
                <a:spcPts val="1000"/>
              </a:spcAft>
              <a:buNone/>
              <a:defRPr lang="en-GB" sz="1800" b="1" dirty="0">
                <a:solidFill>
                  <a:srgbClr val="001A41"/>
                </a:solidFill>
                <a:latin typeface="+mn-lt"/>
              </a:defRPr>
            </a:lvl1pPr>
            <a:lvl2pPr marL="177800" indent="-177800">
              <a:lnSpc>
                <a:spcPct val="100000"/>
              </a:lnSpc>
              <a:spcAft>
                <a:spcPts val="1000"/>
              </a:spcAft>
              <a:buFont typeface="Wingdings" pitchFamily="2" charset="2"/>
              <a:buChar char="§"/>
              <a:tabLst/>
              <a:defRPr lang="en-GB" sz="1600" dirty="0">
                <a:solidFill>
                  <a:srgbClr val="001A41"/>
                </a:solidFill>
                <a:latin typeface="+mn-lt"/>
              </a:defRPr>
            </a:lvl2pPr>
            <a:lvl3pPr marL="342900" indent="-161925">
              <a:lnSpc>
                <a:spcPct val="100000"/>
              </a:lnSpc>
              <a:spcAft>
                <a:spcPts val="1000"/>
              </a:spcAft>
              <a:buFont typeface="Wingdings" pitchFamily="2" charset="2"/>
              <a:buChar char="§"/>
              <a:tabLst/>
              <a:defRPr lang="en-GB" sz="1400" dirty="0">
                <a:solidFill>
                  <a:srgbClr val="001A41"/>
                </a:solidFill>
                <a:latin typeface="+mn-lt"/>
              </a:defRPr>
            </a:lvl3pPr>
            <a:lvl4pPr marL="511175" indent="-146050">
              <a:lnSpc>
                <a:spcPct val="100000"/>
              </a:lnSpc>
              <a:spcAft>
                <a:spcPts val="1000"/>
              </a:spcAft>
              <a:buFont typeface="Wingdings" pitchFamily="2" charset="2"/>
              <a:buChar char="§"/>
              <a:tabLst/>
              <a:defRPr lang="en-GB" sz="1300" dirty="0">
                <a:solidFill>
                  <a:srgbClr val="001A41"/>
                </a:solidFill>
                <a:latin typeface="+mn-lt"/>
              </a:defRPr>
            </a:lvl4pPr>
            <a:lvl5pPr marL="650875" indent="-130175">
              <a:lnSpc>
                <a:spcPct val="100000"/>
              </a:lnSpc>
              <a:spcAft>
                <a:spcPts val="1000"/>
              </a:spcAft>
              <a:buFont typeface="Wingdings" pitchFamily="2" charset="2"/>
              <a:buChar char="§"/>
              <a:tabLst/>
              <a:defRPr lang="en-GB" sz="1200" dirty="0">
                <a:solidFill>
                  <a:srgbClr val="001A41"/>
                </a:solidFill>
                <a:latin typeface="+mn-lt"/>
              </a:defRPr>
            </a:lvl5pPr>
          </a:lstStyle>
          <a:p>
            <a:pPr lvl="0"/>
            <a:r>
              <a:rPr lang="en-GB" dirty="0"/>
              <a:t>Title text in bold</a:t>
            </a:r>
          </a:p>
          <a:p>
            <a:pPr lvl="1"/>
            <a:r>
              <a:rPr lang="en-GB" dirty="0"/>
              <a:t>Body copy in regular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sp>
        <p:nvSpPr>
          <p:cNvPr id="24" name="Content Placeholder 39">
            <a:extLst>
              <a:ext uri="{FF2B5EF4-FFF2-40B4-BE49-F238E27FC236}">
                <a16:creationId xmlns:a16="http://schemas.microsoft.com/office/drawing/2014/main" id="{6297E02E-8041-A94C-94A9-432018596190}"/>
              </a:ext>
            </a:extLst>
          </p:cNvPr>
          <p:cNvSpPr>
            <a:spLocks noGrp="1"/>
          </p:cNvSpPr>
          <p:nvPr>
            <p:ph idx="26" hasCustomPrompt="1"/>
          </p:nvPr>
        </p:nvSpPr>
        <p:spPr>
          <a:xfrm>
            <a:off x="3434399" y="1422000"/>
            <a:ext cx="2610000" cy="4852800"/>
          </a:xfrm>
          <a:custGeom>
            <a:avLst/>
            <a:gdLst>
              <a:gd name="connsiteX0" fmla="*/ 0 w 2610000"/>
              <a:gd name="connsiteY0" fmla="*/ 0 h 4852800"/>
              <a:gd name="connsiteX1" fmla="*/ 2367688 w 2610000"/>
              <a:gd name="connsiteY1" fmla="*/ 0 h 4852800"/>
              <a:gd name="connsiteX2" fmla="*/ 2610000 w 2610000"/>
              <a:gd name="connsiteY2" fmla="*/ 242312 h 4852800"/>
              <a:gd name="connsiteX3" fmla="*/ 2610000 w 2610000"/>
              <a:gd name="connsiteY3" fmla="*/ 4852800 h 4852800"/>
              <a:gd name="connsiteX4" fmla="*/ 0 w 2610000"/>
              <a:gd name="connsiteY4" fmla="*/ 4852800 h 4852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610000" h="4852800">
                <a:moveTo>
                  <a:pt x="0" y="0"/>
                </a:moveTo>
                <a:lnTo>
                  <a:pt x="2367688" y="0"/>
                </a:lnTo>
                <a:lnTo>
                  <a:pt x="2610000" y="242312"/>
                </a:lnTo>
                <a:lnTo>
                  <a:pt x="2610000" y="4852800"/>
                </a:lnTo>
                <a:lnTo>
                  <a:pt x="0" y="4852800"/>
                </a:lnTo>
                <a:close/>
              </a:path>
            </a:pathLst>
          </a:custGeom>
          <a:solidFill>
            <a:schemeClr val="accent2"/>
          </a:solidFill>
          <a:ln w="9508" cap="flat">
            <a:noFill/>
            <a:prstDash val="solid"/>
            <a:miter/>
          </a:ln>
        </p:spPr>
        <p:txBody>
          <a:bodyPr wrap="square" lIns="180000" tIns="144000" rIns="180000" bIns="144000" rtlCol="0" anchor="t">
            <a:noAutofit/>
          </a:bodyPr>
          <a:lstStyle>
            <a:lvl1pPr marL="0" indent="0">
              <a:lnSpc>
                <a:spcPct val="100000"/>
              </a:lnSpc>
              <a:spcAft>
                <a:spcPts val="1000"/>
              </a:spcAft>
              <a:buNone/>
              <a:defRPr lang="en-GB" sz="1800" b="1" dirty="0">
                <a:solidFill>
                  <a:srgbClr val="001A41"/>
                </a:solidFill>
                <a:latin typeface="+mn-lt"/>
              </a:defRPr>
            </a:lvl1pPr>
            <a:lvl2pPr marL="177800" indent="-177800">
              <a:lnSpc>
                <a:spcPct val="100000"/>
              </a:lnSpc>
              <a:spcAft>
                <a:spcPts val="1000"/>
              </a:spcAft>
              <a:buFont typeface="Wingdings" pitchFamily="2" charset="2"/>
              <a:buChar char="§"/>
              <a:tabLst/>
              <a:defRPr lang="en-GB" sz="1600" dirty="0">
                <a:solidFill>
                  <a:srgbClr val="001A41"/>
                </a:solidFill>
                <a:latin typeface="+mn-lt"/>
              </a:defRPr>
            </a:lvl2pPr>
            <a:lvl3pPr marL="342900" indent="-161925">
              <a:lnSpc>
                <a:spcPct val="100000"/>
              </a:lnSpc>
              <a:spcAft>
                <a:spcPts val="1000"/>
              </a:spcAft>
              <a:buFont typeface="Wingdings" pitchFamily="2" charset="2"/>
              <a:buChar char="§"/>
              <a:tabLst/>
              <a:defRPr lang="en-GB" sz="1400" dirty="0">
                <a:solidFill>
                  <a:srgbClr val="001A41"/>
                </a:solidFill>
                <a:latin typeface="+mn-lt"/>
              </a:defRPr>
            </a:lvl3pPr>
            <a:lvl4pPr marL="511175" indent="-146050">
              <a:lnSpc>
                <a:spcPct val="100000"/>
              </a:lnSpc>
              <a:spcAft>
                <a:spcPts val="1000"/>
              </a:spcAft>
              <a:buFont typeface="Wingdings" pitchFamily="2" charset="2"/>
              <a:buChar char="§"/>
              <a:tabLst/>
              <a:defRPr lang="en-GB" sz="1300" dirty="0">
                <a:solidFill>
                  <a:srgbClr val="001A41"/>
                </a:solidFill>
                <a:latin typeface="+mn-lt"/>
              </a:defRPr>
            </a:lvl4pPr>
            <a:lvl5pPr marL="650875" indent="-130175">
              <a:lnSpc>
                <a:spcPct val="100000"/>
              </a:lnSpc>
              <a:spcAft>
                <a:spcPts val="1000"/>
              </a:spcAft>
              <a:buFont typeface="Wingdings" pitchFamily="2" charset="2"/>
              <a:buChar char="§"/>
              <a:tabLst/>
              <a:defRPr lang="en-GB" sz="1200" dirty="0">
                <a:solidFill>
                  <a:srgbClr val="001A41"/>
                </a:solidFill>
                <a:latin typeface="+mn-lt"/>
              </a:defRPr>
            </a:lvl5pPr>
          </a:lstStyle>
          <a:p>
            <a:pPr lvl="0"/>
            <a:r>
              <a:rPr lang="en-GB" dirty="0"/>
              <a:t>Title text in bold</a:t>
            </a:r>
          </a:p>
          <a:p>
            <a:pPr lvl="1"/>
            <a:r>
              <a:rPr lang="en-GB" dirty="0"/>
              <a:t>Body copy in regular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sp>
        <p:nvSpPr>
          <p:cNvPr id="25" name="Content Placeholder 39">
            <a:extLst>
              <a:ext uri="{FF2B5EF4-FFF2-40B4-BE49-F238E27FC236}">
                <a16:creationId xmlns:a16="http://schemas.microsoft.com/office/drawing/2014/main" id="{3875FA4E-17BB-E44C-AFBA-142D65C36ECC}"/>
              </a:ext>
            </a:extLst>
          </p:cNvPr>
          <p:cNvSpPr>
            <a:spLocks noGrp="1"/>
          </p:cNvSpPr>
          <p:nvPr>
            <p:ph idx="27" hasCustomPrompt="1"/>
          </p:nvPr>
        </p:nvSpPr>
        <p:spPr>
          <a:xfrm>
            <a:off x="6148798" y="1422000"/>
            <a:ext cx="2610000" cy="4852800"/>
          </a:xfrm>
          <a:custGeom>
            <a:avLst/>
            <a:gdLst>
              <a:gd name="connsiteX0" fmla="*/ 0 w 2610000"/>
              <a:gd name="connsiteY0" fmla="*/ 0 h 4852800"/>
              <a:gd name="connsiteX1" fmla="*/ 2367688 w 2610000"/>
              <a:gd name="connsiteY1" fmla="*/ 0 h 4852800"/>
              <a:gd name="connsiteX2" fmla="*/ 2610000 w 2610000"/>
              <a:gd name="connsiteY2" fmla="*/ 242312 h 4852800"/>
              <a:gd name="connsiteX3" fmla="*/ 2610000 w 2610000"/>
              <a:gd name="connsiteY3" fmla="*/ 4852800 h 4852800"/>
              <a:gd name="connsiteX4" fmla="*/ 0 w 2610000"/>
              <a:gd name="connsiteY4" fmla="*/ 4852800 h 4852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610000" h="4852800">
                <a:moveTo>
                  <a:pt x="0" y="0"/>
                </a:moveTo>
                <a:lnTo>
                  <a:pt x="2367688" y="0"/>
                </a:lnTo>
                <a:lnTo>
                  <a:pt x="2610000" y="242312"/>
                </a:lnTo>
                <a:lnTo>
                  <a:pt x="2610000" y="4852800"/>
                </a:lnTo>
                <a:lnTo>
                  <a:pt x="0" y="4852800"/>
                </a:lnTo>
                <a:close/>
              </a:path>
            </a:pathLst>
          </a:custGeom>
          <a:solidFill>
            <a:schemeClr val="accent5"/>
          </a:solidFill>
          <a:ln w="9508" cap="flat">
            <a:noFill/>
            <a:prstDash val="solid"/>
            <a:miter/>
          </a:ln>
        </p:spPr>
        <p:txBody>
          <a:bodyPr wrap="square" lIns="180000" tIns="144000" rIns="180000" bIns="144000" rtlCol="0" anchor="t">
            <a:noAutofit/>
          </a:bodyPr>
          <a:lstStyle>
            <a:lvl1pPr marL="0" indent="0">
              <a:lnSpc>
                <a:spcPct val="100000"/>
              </a:lnSpc>
              <a:spcAft>
                <a:spcPts val="1000"/>
              </a:spcAft>
              <a:buNone/>
              <a:defRPr lang="en-GB" sz="1800" b="1" dirty="0">
                <a:solidFill>
                  <a:schemeClr val="bg1"/>
                </a:solidFill>
                <a:latin typeface="+mn-lt"/>
              </a:defRPr>
            </a:lvl1pPr>
            <a:lvl2pPr marL="177800" indent="-177800">
              <a:lnSpc>
                <a:spcPct val="100000"/>
              </a:lnSpc>
              <a:spcAft>
                <a:spcPts val="1000"/>
              </a:spcAft>
              <a:buFont typeface="Wingdings" pitchFamily="2" charset="2"/>
              <a:buChar char="§"/>
              <a:tabLst/>
              <a:defRPr lang="en-GB" sz="1600" dirty="0">
                <a:solidFill>
                  <a:schemeClr val="bg1"/>
                </a:solidFill>
                <a:latin typeface="+mn-lt"/>
              </a:defRPr>
            </a:lvl2pPr>
            <a:lvl3pPr marL="342900" indent="-161925">
              <a:lnSpc>
                <a:spcPct val="100000"/>
              </a:lnSpc>
              <a:spcAft>
                <a:spcPts val="1000"/>
              </a:spcAft>
              <a:buFont typeface="Wingdings" pitchFamily="2" charset="2"/>
              <a:buChar char="§"/>
              <a:tabLst/>
              <a:defRPr lang="en-GB" sz="1400" dirty="0">
                <a:solidFill>
                  <a:schemeClr val="bg1"/>
                </a:solidFill>
                <a:latin typeface="+mn-lt"/>
              </a:defRPr>
            </a:lvl3pPr>
            <a:lvl4pPr marL="511175" indent="-146050">
              <a:lnSpc>
                <a:spcPct val="100000"/>
              </a:lnSpc>
              <a:spcAft>
                <a:spcPts val="1000"/>
              </a:spcAft>
              <a:buFont typeface="Wingdings" pitchFamily="2" charset="2"/>
              <a:buChar char="§"/>
              <a:tabLst/>
              <a:defRPr lang="en-GB" sz="1300" dirty="0">
                <a:solidFill>
                  <a:schemeClr val="bg1"/>
                </a:solidFill>
                <a:latin typeface="+mn-lt"/>
              </a:defRPr>
            </a:lvl4pPr>
            <a:lvl5pPr marL="650875" indent="-130175">
              <a:lnSpc>
                <a:spcPct val="100000"/>
              </a:lnSpc>
              <a:spcAft>
                <a:spcPts val="1000"/>
              </a:spcAft>
              <a:buFont typeface="Wingdings" pitchFamily="2" charset="2"/>
              <a:buChar char="§"/>
              <a:tabLst/>
              <a:defRPr lang="en-GB" sz="1200" dirty="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r>
              <a:rPr lang="en-GB" dirty="0"/>
              <a:t>Title text in bold</a:t>
            </a:r>
          </a:p>
          <a:p>
            <a:pPr lvl="1"/>
            <a:r>
              <a:rPr lang="en-GB" dirty="0"/>
              <a:t>Body copy in regular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sp>
        <p:nvSpPr>
          <p:cNvPr id="28" name="Content Placeholder 39">
            <a:extLst>
              <a:ext uri="{FF2B5EF4-FFF2-40B4-BE49-F238E27FC236}">
                <a16:creationId xmlns:a16="http://schemas.microsoft.com/office/drawing/2014/main" id="{83E85D73-3D42-0145-B8F8-6E1E3E60664C}"/>
              </a:ext>
            </a:extLst>
          </p:cNvPr>
          <p:cNvSpPr>
            <a:spLocks noGrp="1"/>
          </p:cNvSpPr>
          <p:nvPr>
            <p:ph idx="28" hasCustomPrompt="1"/>
          </p:nvPr>
        </p:nvSpPr>
        <p:spPr>
          <a:xfrm>
            <a:off x="8863198" y="1422000"/>
            <a:ext cx="2610000" cy="4852800"/>
          </a:xfrm>
          <a:custGeom>
            <a:avLst/>
            <a:gdLst>
              <a:gd name="connsiteX0" fmla="*/ 0 w 2610000"/>
              <a:gd name="connsiteY0" fmla="*/ 0 h 4852800"/>
              <a:gd name="connsiteX1" fmla="*/ 2367688 w 2610000"/>
              <a:gd name="connsiteY1" fmla="*/ 0 h 4852800"/>
              <a:gd name="connsiteX2" fmla="*/ 2610000 w 2610000"/>
              <a:gd name="connsiteY2" fmla="*/ 242312 h 4852800"/>
              <a:gd name="connsiteX3" fmla="*/ 2610000 w 2610000"/>
              <a:gd name="connsiteY3" fmla="*/ 4852800 h 4852800"/>
              <a:gd name="connsiteX4" fmla="*/ 0 w 2610000"/>
              <a:gd name="connsiteY4" fmla="*/ 4852800 h 4852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610000" h="4852800">
                <a:moveTo>
                  <a:pt x="0" y="0"/>
                </a:moveTo>
                <a:lnTo>
                  <a:pt x="2367688" y="0"/>
                </a:lnTo>
                <a:lnTo>
                  <a:pt x="2610000" y="242312"/>
                </a:lnTo>
                <a:lnTo>
                  <a:pt x="2610000" y="4852800"/>
                </a:lnTo>
                <a:lnTo>
                  <a:pt x="0" y="4852800"/>
                </a:lnTo>
                <a:close/>
              </a:path>
            </a:pathLst>
          </a:custGeom>
          <a:solidFill>
            <a:srgbClr val="001A41"/>
          </a:solidFill>
          <a:ln w="9508" cap="flat">
            <a:noFill/>
            <a:prstDash val="solid"/>
            <a:miter/>
          </a:ln>
        </p:spPr>
        <p:txBody>
          <a:bodyPr wrap="square" lIns="180000" tIns="144000" rIns="180000" bIns="144000" rtlCol="0" anchor="t">
            <a:noAutofit/>
          </a:bodyPr>
          <a:lstStyle>
            <a:lvl1pPr marL="0" indent="0">
              <a:lnSpc>
                <a:spcPct val="100000"/>
              </a:lnSpc>
              <a:spcAft>
                <a:spcPts val="1000"/>
              </a:spcAft>
              <a:buNone/>
              <a:defRPr lang="en-GB" sz="1800" b="1" dirty="0">
                <a:solidFill>
                  <a:schemeClr val="bg1"/>
                </a:solidFill>
                <a:latin typeface="+mn-lt"/>
              </a:defRPr>
            </a:lvl1pPr>
            <a:lvl2pPr marL="177800" indent="-177800">
              <a:lnSpc>
                <a:spcPct val="100000"/>
              </a:lnSpc>
              <a:spcAft>
                <a:spcPts val="1000"/>
              </a:spcAft>
              <a:buFont typeface="Wingdings" pitchFamily="2" charset="2"/>
              <a:buChar char="§"/>
              <a:tabLst/>
              <a:defRPr lang="en-GB" sz="1600" dirty="0">
                <a:solidFill>
                  <a:schemeClr val="bg1"/>
                </a:solidFill>
                <a:latin typeface="+mn-lt"/>
              </a:defRPr>
            </a:lvl2pPr>
            <a:lvl3pPr marL="342900" indent="-161925">
              <a:lnSpc>
                <a:spcPct val="100000"/>
              </a:lnSpc>
              <a:spcAft>
                <a:spcPts val="1000"/>
              </a:spcAft>
              <a:buFont typeface="Wingdings" pitchFamily="2" charset="2"/>
              <a:buChar char="§"/>
              <a:tabLst/>
              <a:defRPr lang="en-GB" sz="1400" dirty="0">
                <a:solidFill>
                  <a:schemeClr val="bg1"/>
                </a:solidFill>
                <a:latin typeface="+mn-lt"/>
              </a:defRPr>
            </a:lvl3pPr>
            <a:lvl4pPr marL="511175" indent="-146050">
              <a:lnSpc>
                <a:spcPct val="100000"/>
              </a:lnSpc>
              <a:spcAft>
                <a:spcPts val="1000"/>
              </a:spcAft>
              <a:buFont typeface="Wingdings" pitchFamily="2" charset="2"/>
              <a:buChar char="§"/>
              <a:tabLst/>
              <a:defRPr lang="en-GB" sz="1300" dirty="0">
                <a:solidFill>
                  <a:schemeClr val="bg1"/>
                </a:solidFill>
                <a:latin typeface="+mn-lt"/>
              </a:defRPr>
            </a:lvl4pPr>
            <a:lvl5pPr marL="650875" indent="-130175">
              <a:lnSpc>
                <a:spcPct val="100000"/>
              </a:lnSpc>
              <a:spcAft>
                <a:spcPts val="1000"/>
              </a:spcAft>
              <a:buFont typeface="Wingdings" pitchFamily="2" charset="2"/>
              <a:buChar char="§"/>
              <a:tabLst/>
              <a:defRPr lang="en-GB" sz="1200" dirty="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r>
              <a:rPr lang="en-GB" dirty="0"/>
              <a:t>Title text in bold</a:t>
            </a:r>
          </a:p>
          <a:p>
            <a:pPr lvl="1"/>
            <a:r>
              <a:rPr lang="en-GB" dirty="0"/>
              <a:t>Body copy in regular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9FE3F5C-E3AD-FD4F-9A1F-A65583F6D2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9998" y="540000"/>
            <a:ext cx="10753200" cy="392415"/>
          </a:xfrm>
        </p:spPr>
        <p:txBody>
          <a:bodyPr vert="horz" wrap="square" lIns="0" tIns="0" rIns="0" bIns="0" rtlCol="0" anchor="t" anchorCtr="0">
            <a:spAutoFit/>
          </a:bodyPr>
          <a:lstStyle>
            <a:lvl1pPr>
              <a:defRPr lang="en-GB" b="1" i="0" dirty="0">
                <a:solidFill>
                  <a:srgbClr val="001A41"/>
                </a:solidFill>
                <a:latin typeface="+mj-lt"/>
              </a:defRPr>
            </a:lvl1pPr>
          </a:lstStyle>
          <a:p>
            <a:pPr lvl="0"/>
            <a:r>
              <a:rPr lang="en-GB" dirty="0"/>
              <a:t>Click to edit Master 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FEBE12E-0BB8-084C-8E0C-B66521896E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0" i="0">
                <a:solidFill>
                  <a:srgbClr val="001A41"/>
                </a:solidFill>
                <a:latin typeface="+mn-lt"/>
              </a:defRPr>
            </a:lvl1pPr>
          </a:lstStyle>
          <a:p>
            <a:r>
              <a:rPr lang="en-GB"/>
              <a:t>Inchcape</a:t>
            </a:r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4ABD9E-BD09-504D-9726-FF0CEFC20D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0" i="0">
                <a:solidFill>
                  <a:srgbClr val="001A41"/>
                </a:solidFill>
                <a:latin typeface="+mn-lt"/>
              </a:defRPr>
            </a:lvl1pPr>
          </a:lstStyle>
          <a:p>
            <a:fld id="{9A24425F-4E86-FA46-A893-E19B561985DA}" type="slidenum">
              <a:rPr lang="en-GB" smtClean="0"/>
              <a:pPr/>
              <a:t>‹Nº›</a:t>
            </a:fld>
            <a:endParaRPr lang="en-GB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5ACBADE-BE4D-734E-AD4D-7B0570310187}"/>
              </a:ext>
            </a:extLst>
          </p:cNvPr>
          <p:cNvSpPr txBox="1"/>
          <p:nvPr userDrawn="1"/>
        </p:nvSpPr>
        <p:spPr>
          <a:xfrm>
            <a:off x="719996" y="6951518"/>
            <a:ext cx="3029044" cy="134030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>
              <a:lnSpc>
                <a:spcPct val="110000"/>
              </a:lnSpc>
            </a:pPr>
            <a:r>
              <a:rPr lang="en-GB" sz="1000" b="1" dirty="0">
                <a:latin typeface="Century Gothic" panose="020B0502020202020204" pitchFamily="34" charset="0"/>
              </a:rPr>
              <a:t>To swap an icon:</a:t>
            </a:r>
          </a:p>
          <a:p>
            <a:pPr marL="92075" indent="-92075" algn="l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GB" sz="1000" dirty="0">
                <a:latin typeface="Century Gothic" panose="020B0502020202020204" pitchFamily="34" charset="0"/>
              </a:rPr>
              <a:t>Delete icon</a:t>
            </a:r>
          </a:p>
          <a:p>
            <a:pPr marL="92075" indent="-92075" algn="l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GB" sz="1000" dirty="0">
                <a:latin typeface="Century Gothic" panose="020B0502020202020204" pitchFamily="34" charset="0"/>
              </a:rPr>
              <a:t>Go to ‘Icon Library’ in Asset library section</a:t>
            </a:r>
          </a:p>
          <a:p>
            <a:pPr marL="92075" indent="-92075" algn="l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GB" sz="1000" dirty="0">
                <a:latin typeface="Century Gothic" panose="020B0502020202020204" pitchFamily="34" charset="0"/>
              </a:rPr>
              <a:t>Click chosen icon</a:t>
            </a:r>
          </a:p>
          <a:p>
            <a:pPr marL="92075" indent="-92075" algn="l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GB" sz="1000" dirty="0">
                <a:latin typeface="Century Gothic" panose="020B0502020202020204" pitchFamily="34" charset="0"/>
              </a:rPr>
              <a:t>Copy</a:t>
            </a:r>
          </a:p>
          <a:p>
            <a:pPr marL="92075" indent="-92075" algn="l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GB" sz="1000" dirty="0">
                <a:latin typeface="Century Gothic" panose="020B0502020202020204" pitchFamily="34" charset="0"/>
              </a:rPr>
              <a:t>Return to content slide</a:t>
            </a:r>
          </a:p>
          <a:p>
            <a:pPr marL="92075" indent="-92075" algn="l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GB" sz="1000" dirty="0">
                <a:latin typeface="Century Gothic" panose="020B0502020202020204" pitchFamily="34" charset="0"/>
              </a:rPr>
              <a:t>Click on placeholder</a:t>
            </a:r>
          </a:p>
          <a:p>
            <a:pPr marL="92075" indent="-92075" algn="l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GB" sz="1000" dirty="0">
                <a:latin typeface="Century Gothic" panose="020B0502020202020204" pitchFamily="34" charset="0"/>
              </a:rPr>
              <a:t>Paste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FB32950-E04F-1841-AACC-9EF5EEB1D332}"/>
              </a:ext>
            </a:extLst>
          </p:cNvPr>
          <p:cNvSpPr txBox="1"/>
          <p:nvPr userDrawn="1"/>
        </p:nvSpPr>
        <p:spPr>
          <a:xfrm>
            <a:off x="3959996" y="6951518"/>
            <a:ext cx="3303790" cy="195252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>
              <a:lnSpc>
                <a:spcPct val="110000"/>
              </a:lnSpc>
            </a:pPr>
            <a:r>
              <a:rPr lang="en-GB" sz="1000" b="1" dirty="0">
                <a:latin typeface="Century Gothic" panose="020B0502020202020204" pitchFamily="34" charset="0"/>
              </a:rPr>
              <a:t>To recolour an icon:</a:t>
            </a:r>
          </a:p>
          <a:p>
            <a:pPr marL="92075" indent="-92075" algn="l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GB" sz="1000" dirty="0">
                <a:latin typeface="Century Gothic" panose="020B0502020202020204" pitchFamily="34" charset="0"/>
              </a:rPr>
              <a:t>Click on icon</a:t>
            </a:r>
          </a:p>
          <a:p>
            <a:pPr marL="92075" indent="-92075" algn="l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GB" sz="1000" dirty="0">
                <a:latin typeface="Century Gothic" panose="020B0502020202020204" pitchFamily="34" charset="0"/>
              </a:rPr>
              <a:t>Go to ‘Graphics Format’ format tab</a:t>
            </a:r>
          </a:p>
          <a:p>
            <a:pPr marL="92075" indent="-92075" algn="l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GB" sz="1000" dirty="0">
                <a:latin typeface="Century Gothic" panose="020B0502020202020204" pitchFamily="34" charset="0"/>
              </a:rPr>
              <a:t>Click ‘Graphics Fill’</a:t>
            </a:r>
          </a:p>
          <a:p>
            <a:pPr marL="92075" indent="-92075" algn="l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GB" sz="1000" dirty="0">
                <a:latin typeface="Century Gothic" panose="020B0502020202020204" pitchFamily="34" charset="0"/>
              </a:rPr>
              <a:t>Select colour from dropdown brand colours</a:t>
            </a:r>
          </a:p>
          <a:p>
            <a:pPr marL="92075" indent="-92075" algn="l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GB" sz="1000" dirty="0">
                <a:latin typeface="Century Gothic" panose="020B0502020202020204" pitchFamily="34" charset="0"/>
              </a:rPr>
              <a:t>N.B. Only the following colourways should be used</a:t>
            </a:r>
          </a:p>
          <a:p>
            <a:pPr marL="549275" lvl="1" indent="-92075" algn="l">
              <a:lnSpc>
                <a:spcPct val="110000"/>
              </a:lnSpc>
              <a:buFont typeface="Arial" panose="020B0604020202020204" pitchFamily="34" charset="0"/>
              <a:buChar char="•"/>
              <a:tabLst>
                <a:tab pos="1549400" algn="l"/>
              </a:tabLst>
            </a:pPr>
            <a:r>
              <a:rPr lang="en-GB" sz="800" dirty="0">
                <a:latin typeface="Century Gothic" panose="020B0502020202020204" pitchFamily="34" charset="0"/>
              </a:rPr>
              <a:t>Dark blue b/ground	&gt; white icon (&amp; white text) </a:t>
            </a:r>
          </a:p>
          <a:p>
            <a:pPr marL="549275" marR="0" lvl="1" indent="-92075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>
                <a:tab pos="1549400" algn="l"/>
              </a:tabLst>
              <a:defRPr/>
            </a:pPr>
            <a:r>
              <a:rPr lang="en-GB" sz="800" dirty="0">
                <a:latin typeface="Century Gothic" panose="020B0502020202020204" pitchFamily="34" charset="0"/>
              </a:rPr>
              <a:t>Purple background 	&gt; white icon (&amp; white text) </a:t>
            </a:r>
          </a:p>
          <a:p>
            <a:pPr marL="549275" marR="0" lvl="1" indent="-92075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>
                <a:tab pos="1549400" algn="l"/>
              </a:tabLst>
              <a:defRPr/>
            </a:pPr>
            <a:r>
              <a:rPr lang="en-GB" sz="800" dirty="0">
                <a:latin typeface="Century Gothic" panose="020B0502020202020204" pitchFamily="34" charset="0"/>
              </a:rPr>
              <a:t>Eco blue b/ground 	&gt; dark blue icon (&amp; dark blue text) </a:t>
            </a:r>
          </a:p>
          <a:p>
            <a:pPr marL="549275" marR="0" lvl="1" indent="-92075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>
                <a:tab pos="1549400" algn="l"/>
              </a:tabLst>
              <a:defRPr/>
            </a:pPr>
            <a:r>
              <a:rPr lang="en-GB" sz="800" dirty="0">
                <a:latin typeface="Century Gothic" panose="020B0502020202020204" pitchFamily="34" charset="0"/>
              </a:rPr>
              <a:t>Yellow background	&gt; dark blue icon (&amp; dark blue text) </a:t>
            </a:r>
          </a:p>
          <a:p>
            <a:pPr marL="549275" marR="0" lvl="1" indent="-92075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>
                <a:tab pos="1549400" algn="l"/>
              </a:tabLst>
              <a:defRPr/>
            </a:pPr>
            <a:r>
              <a:rPr lang="en-GB" sz="800" dirty="0">
                <a:latin typeface="Century Gothic" panose="020B0502020202020204" pitchFamily="34" charset="0"/>
              </a:rPr>
              <a:t>Green background 	&gt; dark blue icon (&amp; dark blue text) </a:t>
            </a:r>
          </a:p>
          <a:p>
            <a:pPr marL="549275" marR="0" lvl="1" indent="-92075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>
                <a:tab pos="1549400" algn="l"/>
              </a:tabLst>
              <a:defRPr/>
            </a:pPr>
            <a:r>
              <a:rPr lang="en-GB" sz="800" dirty="0">
                <a:latin typeface="Century Gothic" panose="020B0502020202020204" pitchFamily="34" charset="0"/>
              </a:rPr>
              <a:t>White background 	&gt; dark blue icon (&amp; dark blue text)</a:t>
            </a:r>
          </a:p>
          <a:p>
            <a:pPr marL="549275" marR="0" lvl="1" indent="-92075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>
                <a:tab pos="1549400" algn="l"/>
              </a:tabLst>
              <a:defRPr/>
            </a:pPr>
            <a:r>
              <a:rPr lang="en-GB" sz="800" dirty="0">
                <a:latin typeface="Century Gothic" panose="020B0502020202020204" pitchFamily="34" charset="0"/>
              </a:rPr>
              <a:t>Pale grey b/ground	&gt; dark blue icon (&amp; dark blue text)</a:t>
            </a:r>
          </a:p>
        </p:txBody>
      </p:sp>
      <p:sp>
        <p:nvSpPr>
          <p:cNvPr id="3" name="Text Placeholder 7">
            <a:extLst>
              <a:ext uri="{FF2B5EF4-FFF2-40B4-BE49-F238E27FC236}">
                <a16:creationId xmlns:a16="http://schemas.microsoft.com/office/drawing/2014/main" id="{58E0F131-C49D-197D-265E-344158095F46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720725" y="6482967"/>
            <a:ext cx="1240724" cy="123111"/>
          </a:xfrm>
        </p:spPr>
        <p:txBody>
          <a:bodyPr vert="horz" wrap="none" lIns="0" tIns="0" rIns="0" bIns="0" rtlCol="0" anchor="ctr">
            <a:sp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GB" sz="800" dirty="0">
                <a:solidFill>
                  <a:srgbClr val="001A41"/>
                </a:solidFill>
              </a:defRPr>
            </a:lvl1pPr>
          </a:lstStyle>
          <a:p>
            <a:pPr lvl="0"/>
            <a:r>
              <a:rPr lang="en-GB" dirty="0"/>
              <a:t>Source &amp; footnotes field</a:t>
            </a:r>
          </a:p>
        </p:txBody>
      </p:sp>
    </p:spTree>
    <p:extLst>
      <p:ext uri="{BB962C8B-B14F-4D97-AF65-F5344CB8AC3E}">
        <p14:creationId xmlns:p14="http://schemas.microsoft.com/office/powerpoint/2010/main" val="1060203867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Column Alternativ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nip Single Corner of Rectangle 2">
            <a:extLst>
              <a:ext uri="{FF2B5EF4-FFF2-40B4-BE49-F238E27FC236}">
                <a16:creationId xmlns:a16="http://schemas.microsoft.com/office/drawing/2014/main" id="{48D8EA3F-30C9-6047-BA90-0CD7A80CBC61}"/>
              </a:ext>
            </a:extLst>
          </p:cNvPr>
          <p:cNvSpPr/>
          <p:nvPr userDrawn="1"/>
        </p:nvSpPr>
        <p:spPr>
          <a:xfrm>
            <a:off x="719138" y="1421999"/>
            <a:ext cx="10753200" cy="4852800"/>
          </a:xfrm>
          <a:prstGeom prst="snip1Rect">
            <a:avLst>
              <a:gd name="adj" fmla="val 4888"/>
            </a:avLst>
          </a:prstGeom>
          <a:solidFill>
            <a:schemeClr val="bg1">
              <a:lumMod val="95000"/>
            </a:schemeClr>
          </a:solidFill>
          <a:ln w="9508" cap="flat">
            <a:noFill/>
            <a:prstDash val="solid"/>
            <a:miter/>
          </a:ln>
        </p:spPr>
        <p:txBody>
          <a:bodyPr wrap="square" lIns="144000" tIns="108000" rIns="144000" bIns="108000" rtlCol="0" anchor="t">
            <a:noAutofit/>
          </a:bodyPr>
          <a:lstStyle/>
          <a:p>
            <a:pPr algn="l">
              <a:lnSpc>
                <a:spcPct val="90000"/>
              </a:lnSpc>
              <a:spcAft>
                <a:spcPts val="1200"/>
              </a:spcAft>
            </a:pPr>
            <a:endParaRPr lang="en-GB" sz="1400" b="0" i="0" dirty="0">
              <a:solidFill>
                <a:schemeClr val="bg1"/>
              </a:solidFill>
              <a:latin typeface="Century Gothic" panose="020B0502020202020204" pitchFamily="34" charset="0"/>
            </a:endParaRPr>
          </a:p>
        </p:txBody>
      </p:sp>
      <p:sp>
        <p:nvSpPr>
          <p:cNvPr id="17" name="Content Placeholder 39">
            <a:extLst>
              <a:ext uri="{FF2B5EF4-FFF2-40B4-BE49-F238E27FC236}">
                <a16:creationId xmlns:a16="http://schemas.microsoft.com/office/drawing/2014/main" id="{205AFFE4-B296-9545-9B03-B6FB9955AD3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720000" y="1422000"/>
            <a:ext cx="2610000" cy="4852800"/>
          </a:xfrm>
          <a:prstGeom prst="rect">
            <a:avLst/>
          </a:prstGeom>
          <a:noFill/>
          <a:ln w="9508" cap="flat">
            <a:noFill/>
            <a:prstDash val="solid"/>
            <a:miter/>
          </a:ln>
        </p:spPr>
        <p:txBody>
          <a:bodyPr wrap="square" lIns="180000" tIns="144000" rIns="180000" bIns="144000" rtlCol="0" anchor="t">
            <a:noAutofit/>
          </a:bodyPr>
          <a:lstStyle>
            <a:lvl1pPr marL="0" indent="0">
              <a:lnSpc>
                <a:spcPct val="100000"/>
              </a:lnSpc>
              <a:spcAft>
                <a:spcPts val="1000"/>
              </a:spcAft>
              <a:buNone/>
              <a:defRPr lang="en-GB" sz="1800" b="1" dirty="0">
                <a:solidFill>
                  <a:srgbClr val="001A41"/>
                </a:solidFill>
                <a:latin typeface="+mn-lt"/>
              </a:defRPr>
            </a:lvl1pPr>
            <a:lvl2pPr marL="177800" indent="-177800">
              <a:lnSpc>
                <a:spcPct val="100000"/>
              </a:lnSpc>
              <a:spcAft>
                <a:spcPts val="1000"/>
              </a:spcAft>
              <a:buFont typeface="Wingdings" pitchFamily="2" charset="2"/>
              <a:buChar char="§"/>
              <a:tabLst/>
              <a:defRPr lang="en-GB" sz="1600" dirty="0">
                <a:solidFill>
                  <a:srgbClr val="001A41"/>
                </a:solidFill>
                <a:latin typeface="+mn-lt"/>
              </a:defRPr>
            </a:lvl2pPr>
            <a:lvl3pPr marL="342900" indent="-161925">
              <a:lnSpc>
                <a:spcPct val="100000"/>
              </a:lnSpc>
              <a:spcAft>
                <a:spcPts val="1000"/>
              </a:spcAft>
              <a:buFont typeface="Wingdings" pitchFamily="2" charset="2"/>
              <a:buChar char="§"/>
              <a:tabLst/>
              <a:defRPr lang="en-GB" sz="1400" dirty="0">
                <a:solidFill>
                  <a:srgbClr val="001A41"/>
                </a:solidFill>
                <a:latin typeface="+mn-lt"/>
              </a:defRPr>
            </a:lvl3pPr>
            <a:lvl4pPr marL="511175" indent="-146050">
              <a:lnSpc>
                <a:spcPct val="100000"/>
              </a:lnSpc>
              <a:spcAft>
                <a:spcPts val="1000"/>
              </a:spcAft>
              <a:buFont typeface="Wingdings" pitchFamily="2" charset="2"/>
              <a:buChar char="§"/>
              <a:tabLst/>
              <a:defRPr lang="en-GB" sz="1300" dirty="0">
                <a:solidFill>
                  <a:srgbClr val="001A41"/>
                </a:solidFill>
                <a:latin typeface="+mn-lt"/>
              </a:defRPr>
            </a:lvl4pPr>
            <a:lvl5pPr marL="650875" indent="-130175">
              <a:lnSpc>
                <a:spcPct val="100000"/>
              </a:lnSpc>
              <a:spcAft>
                <a:spcPts val="1000"/>
              </a:spcAft>
              <a:buFont typeface="Wingdings" pitchFamily="2" charset="2"/>
              <a:buChar char="§"/>
              <a:tabLst/>
              <a:defRPr lang="en-GB" sz="1200" dirty="0">
                <a:solidFill>
                  <a:srgbClr val="001A41"/>
                </a:solidFill>
                <a:latin typeface="+mn-lt"/>
              </a:defRPr>
            </a:lvl5pPr>
          </a:lstStyle>
          <a:p>
            <a:pPr lvl="0"/>
            <a:r>
              <a:rPr lang="en-GB" dirty="0"/>
              <a:t>Title text in bold</a:t>
            </a:r>
          </a:p>
          <a:p>
            <a:pPr lvl="1"/>
            <a:r>
              <a:rPr lang="en-GB" dirty="0"/>
              <a:t>Body copy in regular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sp>
        <p:nvSpPr>
          <p:cNvPr id="21" name="Content Placeholder 39">
            <a:extLst>
              <a:ext uri="{FF2B5EF4-FFF2-40B4-BE49-F238E27FC236}">
                <a16:creationId xmlns:a16="http://schemas.microsoft.com/office/drawing/2014/main" id="{4B09820D-8874-7741-B2D1-9EB1200047A8}"/>
              </a:ext>
            </a:extLst>
          </p:cNvPr>
          <p:cNvSpPr>
            <a:spLocks noGrp="1"/>
          </p:cNvSpPr>
          <p:nvPr>
            <p:ph idx="31" hasCustomPrompt="1"/>
          </p:nvPr>
        </p:nvSpPr>
        <p:spPr>
          <a:xfrm>
            <a:off x="3434113" y="1422000"/>
            <a:ext cx="2610000" cy="4852800"/>
          </a:xfrm>
          <a:prstGeom prst="rect">
            <a:avLst/>
          </a:prstGeom>
          <a:noFill/>
          <a:ln w="9508" cap="flat">
            <a:noFill/>
            <a:prstDash val="solid"/>
            <a:miter/>
          </a:ln>
        </p:spPr>
        <p:txBody>
          <a:bodyPr wrap="square" lIns="180000" tIns="144000" rIns="180000" bIns="144000" rtlCol="0" anchor="t">
            <a:noAutofit/>
          </a:bodyPr>
          <a:lstStyle>
            <a:lvl1pPr marL="0" indent="0">
              <a:lnSpc>
                <a:spcPct val="100000"/>
              </a:lnSpc>
              <a:spcAft>
                <a:spcPts val="1000"/>
              </a:spcAft>
              <a:buNone/>
              <a:defRPr lang="en-GB" sz="1800" b="1" dirty="0">
                <a:solidFill>
                  <a:srgbClr val="001A41"/>
                </a:solidFill>
                <a:latin typeface="+mn-lt"/>
              </a:defRPr>
            </a:lvl1pPr>
            <a:lvl2pPr marL="177800" indent="-177800">
              <a:lnSpc>
                <a:spcPct val="100000"/>
              </a:lnSpc>
              <a:spcAft>
                <a:spcPts val="1000"/>
              </a:spcAft>
              <a:buFont typeface="Wingdings" pitchFamily="2" charset="2"/>
              <a:buChar char="§"/>
              <a:tabLst/>
              <a:defRPr lang="en-GB" sz="1600" dirty="0">
                <a:solidFill>
                  <a:srgbClr val="001A41"/>
                </a:solidFill>
                <a:latin typeface="+mn-lt"/>
              </a:defRPr>
            </a:lvl2pPr>
            <a:lvl3pPr marL="342900" indent="-161925">
              <a:lnSpc>
                <a:spcPct val="100000"/>
              </a:lnSpc>
              <a:spcAft>
                <a:spcPts val="1000"/>
              </a:spcAft>
              <a:buFont typeface="Wingdings" pitchFamily="2" charset="2"/>
              <a:buChar char="§"/>
              <a:tabLst/>
              <a:defRPr lang="en-GB" sz="1400" dirty="0">
                <a:solidFill>
                  <a:srgbClr val="001A41"/>
                </a:solidFill>
                <a:latin typeface="+mn-lt"/>
              </a:defRPr>
            </a:lvl3pPr>
            <a:lvl4pPr marL="511175" indent="-146050">
              <a:lnSpc>
                <a:spcPct val="100000"/>
              </a:lnSpc>
              <a:spcAft>
                <a:spcPts val="1000"/>
              </a:spcAft>
              <a:buFont typeface="Wingdings" pitchFamily="2" charset="2"/>
              <a:buChar char="§"/>
              <a:tabLst/>
              <a:defRPr lang="en-GB" sz="1300" dirty="0">
                <a:solidFill>
                  <a:srgbClr val="001A41"/>
                </a:solidFill>
                <a:latin typeface="+mn-lt"/>
              </a:defRPr>
            </a:lvl4pPr>
            <a:lvl5pPr marL="650875" indent="-130175">
              <a:lnSpc>
                <a:spcPct val="100000"/>
              </a:lnSpc>
              <a:spcAft>
                <a:spcPts val="1000"/>
              </a:spcAft>
              <a:buFont typeface="Wingdings" pitchFamily="2" charset="2"/>
              <a:buChar char="§"/>
              <a:tabLst/>
              <a:defRPr lang="en-GB" sz="1200" dirty="0">
                <a:solidFill>
                  <a:srgbClr val="001A41"/>
                </a:solidFill>
                <a:latin typeface="+mn-lt"/>
              </a:defRPr>
            </a:lvl5pPr>
          </a:lstStyle>
          <a:p>
            <a:pPr lvl="0"/>
            <a:r>
              <a:rPr lang="en-GB" dirty="0"/>
              <a:t>Title text in bold</a:t>
            </a:r>
          </a:p>
          <a:p>
            <a:pPr lvl="1"/>
            <a:r>
              <a:rPr lang="en-GB" dirty="0"/>
              <a:t>Body copy in regular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sp>
        <p:nvSpPr>
          <p:cNvPr id="22" name="Content Placeholder 39">
            <a:extLst>
              <a:ext uri="{FF2B5EF4-FFF2-40B4-BE49-F238E27FC236}">
                <a16:creationId xmlns:a16="http://schemas.microsoft.com/office/drawing/2014/main" id="{13F9E1CA-33F1-E142-B523-9E5BFC6CE94D}"/>
              </a:ext>
            </a:extLst>
          </p:cNvPr>
          <p:cNvSpPr>
            <a:spLocks noGrp="1"/>
          </p:cNvSpPr>
          <p:nvPr>
            <p:ph idx="32" hasCustomPrompt="1"/>
          </p:nvPr>
        </p:nvSpPr>
        <p:spPr>
          <a:xfrm>
            <a:off x="6148226" y="1422000"/>
            <a:ext cx="2610000" cy="4852800"/>
          </a:xfrm>
          <a:prstGeom prst="rect">
            <a:avLst/>
          </a:prstGeom>
          <a:noFill/>
          <a:ln w="9508" cap="flat">
            <a:noFill/>
            <a:prstDash val="solid"/>
            <a:miter/>
          </a:ln>
        </p:spPr>
        <p:txBody>
          <a:bodyPr wrap="square" lIns="180000" tIns="144000" rIns="180000" bIns="144000" rtlCol="0" anchor="t">
            <a:noAutofit/>
          </a:bodyPr>
          <a:lstStyle>
            <a:lvl1pPr marL="0" indent="0">
              <a:lnSpc>
                <a:spcPct val="100000"/>
              </a:lnSpc>
              <a:spcAft>
                <a:spcPts val="1000"/>
              </a:spcAft>
              <a:buNone/>
              <a:defRPr lang="en-GB" sz="1800" b="1" dirty="0">
                <a:solidFill>
                  <a:srgbClr val="001A41"/>
                </a:solidFill>
                <a:latin typeface="+mn-lt"/>
              </a:defRPr>
            </a:lvl1pPr>
            <a:lvl2pPr marL="177800" indent="-177800">
              <a:lnSpc>
                <a:spcPct val="100000"/>
              </a:lnSpc>
              <a:spcAft>
                <a:spcPts val="1000"/>
              </a:spcAft>
              <a:buFont typeface="Wingdings" pitchFamily="2" charset="2"/>
              <a:buChar char="§"/>
              <a:tabLst/>
              <a:defRPr lang="en-GB" sz="1600" dirty="0">
                <a:solidFill>
                  <a:srgbClr val="001A41"/>
                </a:solidFill>
                <a:latin typeface="+mn-lt"/>
              </a:defRPr>
            </a:lvl2pPr>
            <a:lvl3pPr marL="342900" indent="-161925">
              <a:lnSpc>
                <a:spcPct val="100000"/>
              </a:lnSpc>
              <a:spcAft>
                <a:spcPts val="1000"/>
              </a:spcAft>
              <a:buFont typeface="Wingdings" pitchFamily="2" charset="2"/>
              <a:buChar char="§"/>
              <a:tabLst/>
              <a:defRPr lang="en-GB" sz="1400" dirty="0">
                <a:solidFill>
                  <a:srgbClr val="001A41"/>
                </a:solidFill>
                <a:latin typeface="+mn-lt"/>
              </a:defRPr>
            </a:lvl3pPr>
            <a:lvl4pPr marL="511175" indent="-146050">
              <a:lnSpc>
                <a:spcPct val="100000"/>
              </a:lnSpc>
              <a:spcAft>
                <a:spcPts val="1000"/>
              </a:spcAft>
              <a:buFont typeface="Wingdings" pitchFamily="2" charset="2"/>
              <a:buChar char="§"/>
              <a:tabLst/>
              <a:defRPr lang="en-GB" sz="1300" dirty="0">
                <a:solidFill>
                  <a:srgbClr val="001A41"/>
                </a:solidFill>
                <a:latin typeface="+mn-lt"/>
              </a:defRPr>
            </a:lvl4pPr>
            <a:lvl5pPr marL="650875" indent="-130175">
              <a:lnSpc>
                <a:spcPct val="100000"/>
              </a:lnSpc>
              <a:spcAft>
                <a:spcPts val="1000"/>
              </a:spcAft>
              <a:buFont typeface="Wingdings" pitchFamily="2" charset="2"/>
              <a:buChar char="§"/>
              <a:tabLst/>
              <a:defRPr lang="en-GB" sz="1200" dirty="0">
                <a:solidFill>
                  <a:srgbClr val="001A41"/>
                </a:solidFill>
                <a:latin typeface="+mn-lt"/>
              </a:defRPr>
            </a:lvl5pPr>
          </a:lstStyle>
          <a:p>
            <a:pPr lvl="0"/>
            <a:r>
              <a:rPr lang="en-GB" dirty="0"/>
              <a:t>Title text in bold</a:t>
            </a:r>
          </a:p>
          <a:p>
            <a:pPr lvl="1"/>
            <a:r>
              <a:rPr lang="en-GB" dirty="0"/>
              <a:t>Body copy in regular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sp>
        <p:nvSpPr>
          <p:cNvPr id="23" name="Content Placeholder 39">
            <a:extLst>
              <a:ext uri="{FF2B5EF4-FFF2-40B4-BE49-F238E27FC236}">
                <a16:creationId xmlns:a16="http://schemas.microsoft.com/office/drawing/2014/main" id="{BBFECABB-3D97-124B-9A59-E51A9263687E}"/>
              </a:ext>
            </a:extLst>
          </p:cNvPr>
          <p:cNvSpPr>
            <a:spLocks noGrp="1"/>
          </p:cNvSpPr>
          <p:nvPr>
            <p:ph idx="33" hasCustomPrompt="1"/>
          </p:nvPr>
        </p:nvSpPr>
        <p:spPr>
          <a:xfrm>
            <a:off x="8862338" y="1422000"/>
            <a:ext cx="2610000" cy="4852800"/>
          </a:xfrm>
          <a:prstGeom prst="rect">
            <a:avLst/>
          </a:prstGeom>
          <a:noFill/>
          <a:ln w="9508" cap="flat">
            <a:noFill/>
            <a:prstDash val="solid"/>
            <a:miter/>
          </a:ln>
        </p:spPr>
        <p:txBody>
          <a:bodyPr wrap="square" lIns="180000" tIns="144000" rIns="180000" bIns="144000" rtlCol="0" anchor="t">
            <a:noAutofit/>
          </a:bodyPr>
          <a:lstStyle>
            <a:lvl1pPr marL="0" indent="0">
              <a:lnSpc>
                <a:spcPct val="100000"/>
              </a:lnSpc>
              <a:spcAft>
                <a:spcPts val="1000"/>
              </a:spcAft>
              <a:buNone/>
              <a:defRPr lang="en-GB" sz="1800" b="1" dirty="0">
                <a:solidFill>
                  <a:srgbClr val="001A41"/>
                </a:solidFill>
                <a:latin typeface="+mn-lt"/>
              </a:defRPr>
            </a:lvl1pPr>
            <a:lvl2pPr marL="177800" indent="-177800">
              <a:lnSpc>
                <a:spcPct val="100000"/>
              </a:lnSpc>
              <a:spcAft>
                <a:spcPts val="1000"/>
              </a:spcAft>
              <a:buFont typeface="Wingdings" pitchFamily="2" charset="2"/>
              <a:buChar char="§"/>
              <a:tabLst/>
              <a:defRPr lang="en-GB" sz="1600" dirty="0">
                <a:solidFill>
                  <a:srgbClr val="001A41"/>
                </a:solidFill>
                <a:latin typeface="+mn-lt"/>
              </a:defRPr>
            </a:lvl2pPr>
            <a:lvl3pPr marL="342900" indent="-161925">
              <a:lnSpc>
                <a:spcPct val="100000"/>
              </a:lnSpc>
              <a:spcAft>
                <a:spcPts val="1000"/>
              </a:spcAft>
              <a:buFont typeface="Wingdings" pitchFamily="2" charset="2"/>
              <a:buChar char="§"/>
              <a:tabLst/>
              <a:defRPr lang="en-GB" sz="1400" dirty="0">
                <a:solidFill>
                  <a:srgbClr val="001A41"/>
                </a:solidFill>
                <a:latin typeface="+mn-lt"/>
              </a:defRPr>
            </a:lvl3pPr>
            <a:lvl4pPr marL="511175" indent="-146050">
              <a:lnSpc>
                <a:spcPct val="100000"/>
              </a:lnSpc>
              <a:spcAft>
                <a:spcPts val="1000"/>
              </a:spcAft>
              <a:buFont typeface="Wingdings" pitchFamily="2" charset="2"/>
              <a:buChar char="§"/>
              <a:tabLst/>
              <a:defRPr lang="en-GB" sz="1300" dirty="0">
                <a:solidFill>
                  <a:srgbClr val="001A41"/>
                </a:solidFill>
                <a:latin typeface="+mn-lt"/>
              </a:defRPr>
            </a:lvl4pPr>
            <a:lvl5pPr marL="650875" indent="-130175">
              <a:lnSpc>
                <a:spcPct val="100000"/>
              </a:lnSpc>
              <a:spcAft>
                <a:spcPts val="1000"/>
              </a:spcAft>
              <a:buFont typeface="Wingdings" pitchFamily="2" charset="2"/>
              <a:buChar char="§"/>
              <a:tabLst/>
              <a:defRPr lang="en-GB" sz="1200" dirty="0">
                <a:solidFill>
                  <a:srgbClr val="001A41"/>
                </a:solidFill>
                <a:latin typeface="+mn-lt"/>
              </a:defRPr>
            </a:lvl5pPr>
          </a:lstStyle>
          <a:p>
            <a:pPr lvl="0"/>
            <a:r>
              <a:rPr lang="en-GB" dirty="0"/>
              <a:t>Title text in bold</a:t>
            </a:r>
          </a:p>
          <a:p>
            <a:pPr lvl="1"/>
            <a:r>
              <a:rPr lang="en-GB" dirty="0"/>
              <a:t>Body copy in regular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9FE3F5C-E3AD-FD4F-9A1F-A65583F6D2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9998" y="540000"/>
            <a:ext cx="10753200" cy="392415"/>
          </a:xfrm>
        </p:spPr>
        <p:txBody>
          <a:bodyPr vert="horz" wrap="square" lIns="0" tIns="0" rIns="0" bIns="0" rtlCol="0" anchor="t" anchorCtr="0">
            <a:spAutoFit/>
          </a:bodyPr>
          <a:lstStyle>
            <a:lvl1pPr>
              <a:defRPr lang="en-GB" b="1" i="0" dirty="0">
                <a:solidFill>
                  <a:srgbClr val="001A41"/>
                </a:solidFill>
                <a:latin typeface="+mj-lt"/>
              </a:defRPr>
            </a:lvl1pPr>
          </a:lstStyle>
          <a:p>
            <a:pPr lvl="0"/>
            <a:r>
              <a:rPr lang="en-GB" dirty="0"/>
              <a:t>Click to edit Master 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FEBE12E-0BB8-084C-8E0C-B66521896E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0" i="0">
                <a:solidFill>
                  <a:srgbClr val="001A41"/>
                </a:solidFill>
                <a:latin typeface="+mn-lt"/>
              </a:defRPr>
            </a:lvl1pPr>
          </a:lstStyle>
          <a:p>
            <a:r>
              <a:rPr lang="en-GB"/>
              <a:t>Inchcape</a:t>
            </a:r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4ABD9E-BD09-504D-9726-FF0CEFC20D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0" i="0">
                <a:solidFill>
                  <a:srgbClr val="001A41"/>
                </a:solidFill>
                <a:latin typeface="+mn-lt"/>
              </a:defRPr>
            </a:lvl1pPr>
          </a:lstStyle>
          <a:p>
            <a:fld id="{9A24425F-4E86-FA46-A893-E19B561985DA}" type="slidenum">
              <a:rPr lang="en-GB" smtClean="0"/>
              <a:pPr/>
              <a:t>‹Nº›</a:t>
            </a:fld>
            <a:endParaRPr lang="en-GB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87ECE55-F004-5644-ABDD-EA39B81DF074}"/>
              </a:ext>
            </a:extLst>
          </p:cNvPr>
          <p:cNvSpPr txBox="1"/>
          <p:nvPr userDrawn="1"/>
        </p:nvSpPr>
        <p:spPr>
          <a:xfrm>
            <a:off x="719996" y="6951518"/>
            <a:ext cx="3029044" cy="134030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>
              <a:lnSpc>
                <a:spcPct val="110000"/>
              </a:lnSpc>
            </a:pPr>
            <a:r>
              <a:rPr lang="en-GB" sz="1000" b="1" dirty="0">
                <a:latin typeface="Century Gothic" panose="020B0502020202020204" pitchFamily="34" charset="0"/>
              </a:rPr>
              <a:t>To swap an icon:</a:t>
            </a:r>
          </a:p>
          <a:p>
            <a:pPr marL="92075" indent="-92075" algn="l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GB" sz="1000" dirty="0">
                <a:latin typeface="Century Gothic" panose="020B0502020202020204" pitchFamily="34" charset="0"/>
              </a:rPr>
              <a:t>Delete icon</a:t>
            </a:r>
          </a:p>
          <a:p>
            <a:pPr marL="92075" indent="-92075" algn="l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GB" sz="1000" dirty="0">
                <a:latin typeface="Century Gothic" panose="020B0502020202020204" pitchFamily="34" charset="0"/>
              </a:rPr>
              <a:t>Go to ‘Icon Library’ in Asset library section</a:t>
            </a:r>
          </a:p>
          <a:p>
            <a:pPr marL="92075" indent="-92075" algn="l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GB" sz="1000" dirty="0">
                <a:latin typeface="Century Gothic" panose="020B0502020202020204" pitchFamily="34" charset="0"/>
              </a:rPr>
              <a:t>Click chosen icon</a:t>
            </a:r>
          </a:p>
          <a:p>
            <a:pPr marL="92075" indent="-92075" algn="l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GB" sz="1000" dirty="0">
                <a:latin typeface="Century Gothic" panose="020B0502020202020204" pitchFamily="34" charset="0"/>
              </a:rPr>
              <a:t>Copy</a:t>
            </a:r>
          </a:p>
          <a:p>
            <a:pPr marL="92075" indent="-92075" algn="l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GB" sz="1000" dirty="0">
                <a:latin typeface="Century Gothic" panose="020B0502020202020204" pitchFamily="34" charset="0"/>
              </a:rPr>
              <a:t>Return to content slide</a:t>
            </a:r>
          </a:p>
          <a:p>
            <a:pPr marL="92075" indent="-92075" algn="l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GB" sz="1000" dirty="0">
                <a:latin typeface="Century Gothic" panose="020B0502020202020204" pitchFamily="34" charset="0"/>
              </a:rPr>
              <a:t>Click on placeholder</a:t>
            </a:r>
          </a:p>
          <a:p>
            <a:pPr marL="92075" indent="-92075" algn="l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GB" sz="1000" dirty="0">
                <a:latin typeface="Century Gothic" panose="020B0502020202020204" pitchFamily="34" charset="0"/>
              </a:rPr>
              <a:t>Paste</a:t>
            </a:r>
          </a:p>
        </p:txBody>
      </p:sp>
      <p:sp>
        <p:nvSpPr>
          <p:cNvPr id="20" name="Text Placeholder 7">
            <a:extLst>
              <a:ext uri="{FF2B5EF4-FFF2-40B4-BE49-F238E27FC236}">
                <a16:creationId xmlns:a16="http://schemas.microsoft.com/office/drawing/2014/main" id="{5BAE7CCA-5B93-CB4F-8660-67931663E30E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720725" y="6482967"/>
            <a:ext cx="1240724" cy="123111"/>
          </a:xfrm>
        </p:spPr>
        <p:txBody>
          <a:bodyPr vert="horz" wrap="none" lIns="0" tIns="0" rIns="0" bIns="0" rtlCol="0" anchor="ctr">
            <a:sp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GB" sz="800" dirty="0"/>
            </a:lvl1pPr>
          </a:lstStyle>
          <a:p>
            <a:pPr lvl="0"/>
            <a:r>
              <a:rPr lang="en-GB" dirty="0"/>
              <a:t>Source &amp; footnotes field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2986297-EC90-664A-ACE1-BB964583DABB}"/>
              </a:ext>
            </a:extLst>
          </p:cNvPr>
          <p:cNvSpPr txBox="1"/>
          <p:nvPr userDrawn="1"/>
        </p:nvSpPr>
        <p:spPr>
          <a:xfrm>
            <a:off x="3959996" y="6951518"/>
            <a:ext cx="3303790" cy="195252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>
              <a:lnSpc>
                <a:spcPct val="110000"/>
              </a:lnSpc>
            </a:pPr>
            <a:r>
              <a:rPr lang="en-GB" sz="1000" b="1" dirty="0">
                <a:latin typeface="Century Gothic" panose="020B0502020202020204" pitchFamily="34" charset="0"/>
              </a:rPr>
              <a:t>To recolour an icon:</a:t>
            </a:r>
          </a:p>
          <a:p>
            <a:pPr marL="92075" indent="-92075" algn="l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GB" sz="1000" dirty="0">
                <a:latin typeface="Century Gothic" panose="020B0502020202020204" pitchFamily="34" charset="0"/>
              </a:rPr>
              <a:t>Click on icon</a:t>
            </a:r>
          </a:p>
          <a:p>
            <a:pPr marL="92075" indent="-92075" algn="l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GB" sz="1000" dirty="0">
                <a:latin typeface="Century Gothic" panose="020B0502020202020204" pitchFamily="34" charset="0"/>
              </a:rPr>
              <a:t>Go to ‘Graphics Format’ format tab</a:t>
            </a:r>
          </a:p>
          <a:p>
            <a:pPr marL="92075" indent="-92075" algn="l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GB" sz="1000" dirty="0">
                <a:latin typeface="Century Gothic" panose="020B0502020202020204" pitchFamily="34" charset="0"/>
              </a:rPr>
              <a:t>Click ‘Graphics Fill’</a:t>
            </a:r>
          </a:p>
          <a:p>
            <a:pPr marL="92075" indent="-92075" algn="l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GB" sz="1000" dirty="0">
                <a:latin typeface="Century Gothic" panose="020B0502020202020204" pitchFamily="34" charset="0"/>
              </a:rPr>
              <a:t>Select colour from dropdown brand colours</a:t>
            </a:r>
          </a:p>
          <a:p>
            <a:pPr marL="92075" indent="-92075" algn="l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GB" sz="1000" dirty="0">
                <a:latin typeface="Century Gothic" panose="020B0502020202020204" pitchFamily="34" charset="0"/>
              </a:rPr>
              <a:t>N.B. Only the following colourways should be used</a:t>
            </a:r>
          </a:p>
          <a:p>
            <a:pPr marL="549275" lvl="1" indent="-92075" algn="l">
              <a:lnSpc>
                <a:spcPct val="110000"/>
              </a:lnSpc>
              <a:buFont typeface="Arial" panose="020B0604020202020204" pitchFamily="34" charset="0"/>
              <a:buChar char="•"/>
              <a:tabLst>
                <a:tab pos="1549400" algn="l"/>
              </a:tabLst>
            </a:pPr>
            <a:r>
              <a:rPr lang="en-GB" sz="800" dirty="0">
                <a:latin typeface="Century Gothic" panose="020B0502020202020204" pitchFamily="34" charset="0"/>
              </a:rPr>
              <a:t>Dark blue b/ground	&gt; white icon (&amp; white text) </a:t>
            </a:r>
          </a:p>
          <a:p>
            <a:pPr marL="549275" marR="0" lvl="1" indent="-92075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>
                <a:tab pos="1549400" algn="l"/>
              </a:tabLst>
              <a:defRPr/>
            </a:pPr>
            <a:r>
              <a:rPr lang="en-GB" sz="800" dirty="0">
                <a:latin typeface="Century Gothic" panose="020B0502020202020204" pitchFamily="34" charset="0"/>
              </a:rPr>
              <a:t>Purple background 	&gt; white icon (&amp; white text) </a:t>
            </a:r>
          </a:p>
          <a:p>
            <a:pPr marL="549275" marR="0" lvl="1" indent="-92075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>
                <a:tab pos="1549400" algn="l"/>
              </a:tabLst>
              <a:defRPr/>
            </a:pPr>
            <a:r>
              <a:rPr lang="en-GB" sz="800" dirty="0">
                <a:latin typeface="Century Gothic" panose="020B0502020202020204" pitchFamily="34" charset="0"/>
              </a:rPr>
              <a:t>Eco blue b/ground 	&gt; dark blue icon (&amp; dark blue text) </a:t>
            </a:r>
          </a:p>
          <a:p>
            <a:pPr marL="549275" marR="0" lvl="1" indent="-92075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>
                <a:tab pos="1549400" algn="l"/>
              </a:tabLst>
              <a:defRPr/>
            </a:pPr>
            <a:r>
              <a:rPr lang="en-GB" sz="800" dirty="0">
                <a:latin typeface="Century Gothic" panose="020B0502020202020204" pitchFamily="34" charset="0"/>
              </a:rPr>
              <a:t>Yellow background	&gt; dark blue icon (&amp; dark blue text) </a:t>
            </a:r>
          </a:p>
          <a:p>
            <a:pPr marL="549275" marR="0" lvl="1" indent="-92075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>
                <a:tab pos="1549400" algn="l"/>
              </a:tabLst>
              <a:defRPr/>
            </a:pPr>
            <a:r>
              <a:rPr lang="en-GB" sz="800" dirty="0">
                <a:latin typeface="Century Gothic" panose="020B0502020202020204" pitchFamily="34" charset="0"/>
              </a:rPr>
              <a:t>Green background 	&gt; dark blue icon (&amp; dark blue text) </a:t>
            </a:r>
          </a:p>
          <a:p>
            <a:pPr marL="549275" marR="0" lvl="1" indent="-92075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>
                <a:tab pos="1549400" algn="l"/>
              </a:tabLst>
              <a:defRPr/>
            </a:pPr>
            <a:r>
              <a:rPr lang="en-GB" sz="800" dirty="0">
                <a:latin typeface="Century Gothic" panose="020B0502020202020204" pitchFamily="34" charset="0"/>
              </a:rPr>
              <a:t>White background 	&gt; dark blue icon (&amp; dark blue text)</a:t>
            </a:r>
          </a:p>
          <a:p>
            <a:pPr marL="549275" marR="0" lvl="1" indent="-92075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>
                <a:tab pos="1549400" algn="l"/>
              </a:tabLst>
              <a:defRPr/>
            </a:pPr>
            <a:r>
              <a:rPr lang="en-GB" sz="800" dirty="0">
                <a:latin typeface="Century Gothic" panose="020B0502020202020204" pitchFamily="34" charset="0"/>
              </a:rPr>
              <a:t>Pale grey b/ground	&gt; dark blue icon (&amp; dark blue text)</a:t>
            </a:r>
          </a:p>
        </p:txBody>
      </p:sp>
    </p:spTree>
    <p:extLst>
      <p:ext uri="{BB962C8B-B14F-4D97-AF65-F5344CB8AC3E}">
        <p14:creationId xmlns:p14="http://schemas.microsoft.com/office/powerpoint/2010/main" val="273170500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Column Alternative-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nip Single Corner of Rectangle 2">
            <a:extLst>
              <a:ext uri="{FF2B5EF4-FFF2-40B4-BE49-F238E27FC236}">
                <a16:creationId xmlns:a16="http://schemas.microsoft.com/office/drawing/2014/main" id="{48D8EA3F-30C9-6047-BA90-0CD7A80CBC61}"/>
              </a:ext>
            </a:extLst>
          </p:cNvPr>
          <p:cNvSpPr/>
          <p:nvPr userDrawn="1"/>
        </p:nvSpPr>
        <p:spPr>
          <a:xfrm>
            <a:off x="719138" y="1421999"/>
            <a:ext cx="10753200" cy="4852800"/>
          </a:xfrm>
          <a:prstGeom prst="snip1Rect">
            <a:avLst>
              <a:gd name="adj" fmla="val 4888"/>
            </a:avLst>
          </a:prstGeom>
          <a:solidFill>
            <a:schemeClr val="accent2"/>
          </a:solidFill>
          <a:ln w="9508" cap="flat">
            <a:noFill/>
            <a:prstDash val="solid"/>
            <a:miter/>
          </a:ln>
        </p:spPr>
        <p:txBody>
          <a:bodyPr wrap="square" lIns="144000" tIns="108000" rIns="144000" bIns="108000" rtlCol="0" anchor="t">
            <a:noAutofit/>
          </a:bodyPr>
          <a:lstStyle/>
          <a:p>
            <a:pPr algn="l">
              <a:lnSpc>
                <a:spcPct val="90000"/>
              </a:lnSpc>
              <a:spcAft>
                <a:spcPts val="1200"/>
              </a:spcAft>
            </a:pPr>
            <a:endParaRPr lang="en-GB" sz="1400" b="0" i="0" dirty="0">
              <a:solidFill>
                <a:schemeClr val="bg1"/>
              </a:solidFill>
              <a:latin typeface="Century Gothic" panose="020B0502020202020204" pitchFamily="34" charset="0"/>
            </a:endParaRPr>
          </a:p>
        </p:txBody>
      </p:sp>
      <p:sp>
        <p:nvSpPr>
          <p:cNvPr id="17" name="Content Placeholder 39">
            <a:extLst>
              <a:ext uri="{FF2B5EF4-FFF2-40B4-BE49-F238E27FC236}">
                <a16:creationId xmlns:a16="http://schemas.microsoft.com/office/drawing/2014/main" id="{205AFFE4-B296-9545-9B03-B6FB9955AD3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720000" y="1422000"/>
            <a:ext cx="2610000" cy="4852800"/>
          </a:xfrm>
          <a:prstGeom prst="rect">
            <a:avLst/>
          </a:prstGeom>
          <a:noFill/>
          <a:ln w="9508" cap="flat">
            <a:noFill/>
            <a:prstDash val="solid"/>
            <a:miter/>
          </a:ln>
        </p:spPr>
        <p:txBody>
          <a:bodyPr wrap="square" lIns="180000" tIns="144000" rIns="180000" bIns="144000" rtlCol="0" anchor="t">
            <a:noAutofit/>
          </a:bodyPr>
          <a:lstStyle>
            <a:lvl1pPr marL="0" indent="0">
              <a:lnSpc>
                <a:spcPct val="100000"/>
              </a:lnSpc>
              <a:spcAft>
                <a:spcPts val="1000"/>
              </a:spcAft>
              <a:buNone/>
              <a:defRPr lang="en-GB" sz="1800" b="1" dirty="0">
                <a:solidFill>
                  <a:srgbClr val="001A41"/>
                </a:solidFill>
                <a:latin typeface="+mn-lt"/>
              </a:defRPr>
            </a:lvl1pPr>
            <a:lvl2pPr marL="177800" indent="-177800">
              <a:lnSpc>
                <a:spcPct val="100000"/>
              </a:lnSpc>
              <a:spcAft>
                <a:spcPts val="1000"/>
              </a:spcAft>
              <a:buFont typeface="Wingdings" pitchFamily="2" charset="2"/>
              <a:buChar char="§"/>
              <a:tabLst/>
              <a:defRPr lang="en-GB" sz="1600" dirty="0">
                <a:solidFill>
                  <a:srgbClr val="001A41"/>
                </a:solidFill>
                <a:latin typeface="+mn-lt"/>
              </a:defRPr>
            </a:lvl2pPr>
            <a:lvl3pPr marL="342900" indent="-161925">
              <a:lnSpc>
                <a:spcPct val="100000"/>
              </a:lnSpc>
              <a:spcAft>
                <a:spcPts val="1000"/>
              </a:spcAft>
              <a:buFont typeface="Wingdings" pitchFamily="2" charset="2"/>
              <a:buChar char="§"/>
              <a:tabLst/>
              <a:defRPr lang="en-GB" sz="1400" dirty="0">
                <a:solidFill>
                  <a:srgbClr val="001A41"/>
                </a:solidFill>
                <a:latin typeface="+mn-lt"/>
              </a:defRPr>
            </a:lvl3pPr>
            <a:lvl4pPr marL="511175" indent="-146050">
              <a:lnSpc>
                <a:spcPct val="100000"/>
              </a:lnSpc>
              <a:spcAft>
                <a:spcPts val="1000"/>
              </a:spcAft>
              <a:buFont typeface="Wingdings" pitchFamily="2" charset="2"/>
              <a:buChar char="§"/>
              <a:tabLst/>
              <a:defRPr lang="en-GB" sz="1300" dirty="0">
                <a:solidFill>
                  <a:srgbClr val="001A41"/>
                </a:solidFill>
                <a:latin typeface="+mn-lt"/>
              </a:defRPr>
            </a:lvl4pPr>
            <a:lvl5pPr marL="650875" indent="-130175">
              <a:lnSpc>
                <a:spcPct val="100000"/>
              </a:lnSpc>
              <a:spcAft>
                <a:spcPts val="1000"/>
              </a:spcAft>
              <a:buFont typeface="Wingdings" pitchFamily="2" charset="2"/>
              <a:buChar char="§"/>
              <a:tabLst/>
              <a:defRPr lang="en-GB" sz="1200" dirty="0">
                <a:solidFill>
                  <a:srgbClr val="001A41"/>
                </a:solidFill>
                <a:latin typeface="+mn-lt"/>
              </a:defRPr>
            </a:lvl5pPr>
          </a:lstStyle>
          <a:p>
            <a:pPr lvl="0"/>
            <a:r>
              <a:rPr lang="en-GB" dirty="0"/>
              <a:t>Title text in bold</a:t>
            </a:r>
          </a:p>
          <a:p>
            <a:pPr lvl="1"/>
            <a:r>
              <a:rPr lang="en-GB" dirty="0"/>
              <a:t>Body copy in regular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sp>
        <p:nvSpPr>
          <p:cNvPr id="21" name="Content Placeholder 39">
            <a:extLst>
              <a:ext uri="{FF2B5EF4-FFF2-40B4-BE49-F238E27FC236}">
                <a16:creationId xmlns:a16="http://schemas.microsoft.com/office/drawing/2014/main" id="{4B09820D-8874-7741-B2D1-9EB1200047A8}"/>
              </a:ext>
            </a:extLst>
          </p:cNvPr>
          <p:cNvSpPr>
            <a:spLocks noGrp="1"/>
          </p:cNvSpPr>
          <p:nvPr>
            <p:ph idx="31" hasCustomPrompt="1"/>
          </p:nvPr>
        </p:nvSpPr>
        <p:spPr>
          <a:xfrm>
            <a:off x="3434113" y="1422000"/>
            <a:ext cx="2610000" cy="4852800"/>
          </a:xfrm>
          <a:prstGeom prst="rect">
            <a:avLst/>
          </a:prstGeom>
          <a:noFill/>
          <a:ln w="9508" cap="flat">
            <a:noFill/>
            <a:prstDash val="solid"/>
            <a:miter/>
          </a:ln>
        </p:spPr>
        <p:txBody>
          <a:bodyPr wrap="square" lIns="180000" tIns="144000" rIns="180000" bIns="144000" rtlCol="0" anchor="t">
            <a:noAutofit/>
          </a:bodyPr>
          <a:lstStyle>
            <a:lvl1pPr marL="0" indent="0">
              <a:lnSpc>
                <a:spcPct val="100000"/>
              </a:lnSpc>
              <a:spcAft>
                <a:spcPts val="1000"/>
              </a:spcAft>
              <a:buNone/>
              <a:defRPr lang="en-GB" sz="1800" b="1" dirty="0">
                <a:solidFill>
                  <a:srgbClr val="001A41"/>
                </a:solidFill>
                <a:latin typeface="+mn-lt"/>
              </a:defRPr>
            </a:lvl1pPr>
            <a:lvl2pPr marL="177800" indent="-177800">
              <a:lnSpc>
                <a:spcPct val="100000"/>
              </a:lnSpc>
              <a:spcAft>
                <a:spcPts val="1000"/>
              </a:spcAft>
              <a:buFont typeface="Wingdings" pitchFamily="2" charset="2"/>
              <a:buChar char="§"/>
              <a:tabLst/>
              <a:defRPr lang="en-GB" sz="1600" dirty="0">
                <a:solidFill>
                  <a:srgbClr val="001A41"/>
                </a:solidFill>
                <a:latin typeface="+mn-lt"/>
              </a:defRPr>
            </a:lvl2pPr>
            <a:lvl3pPr marL="342900" indent="-161925">
              <a:lnSpc>
                <a:spcPct val="100000"/>
              </a:lnSpc>
              <a:spcAft>
                <a:spcPts val="1000"/>
              </a:spcAft>
              <a:buFont typeface="Wingdings" pitchFamily="2" charset="2"/>
              <a:buChar char="§"/>
              <a:tabLst/>
              <a:defRPr lang="en-GB" sz="1400" dirty="0">
                <a:solidFill>
                  <a:srgbClr val="001A41"/>
                </a:solidFill>
                <a:latin typeface="+mn-lt"/>
              </a:defRPr>
            </a:lvl3pPr>
            <a:lvl4pPr marL="511175" indent="-146050">
              <a:lnSpc>
                <a:spcPct val="100000"/>
              </a:lnSpc>
              <a:spcAft>
                <a:spcPts val="1000"/>
              </a:spcAft>
              <a:buFont typeface="Wingdings" pitchFamily="2" charset="2"/>
              <a:buChar char="§"/>
              <a:tabLst/>
              <a:defRPr lang="en-GB" sz="1300" dirty="0">
                <a:solidFill>
                  <a:srgbClr val="001A41"/>
                </a:solidFill>
                <a:latin typeface="+mn-lt"/>
              </a:defRPr>
            </a:lvl4pPr>
            <a:lvl5pPr marL="650875" indent="-130175">
              <a:lnSpc>
                <a:spcPct val="100000"/>
              </a:lnSpc>
              <a:spcAft>
                <a:spcPts val="1000"/>
              </a:spcAft>
              <a:buFont typeface="Wingdings" pitchFamily="2" charset="2"/>
              <a:buChar char="§"/>
              <a:tabLst/>
              <a:defRPr lang="en-GB" sz="1200" dirty="0">
                <a:solidFill>
                  <a:srgbClr val="001A41"/>
                </a:solidFill>
                <a:latin typeface="+mn-lt"/>
              </a:defRPr>
            </a:lvl5pPr>
          </a:lstStyle>
          <a:p>
            <a:pPr lvl="0"/>
            <a:r>
              <a:rPr lang="en-GB" dirty="0"/>
              <a:t>Title text in bold</a:t>
            </a:r>
          </a:p>
          <a:p>
            <a:pPr lvl="1"/>
            <a:r>
              <a:rPr lang="en-GB" dirty="0"/>
              <a:t>Body copy in regular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sp>
        <p:nvSpPr>
          <p:cNvPr id="22" name="Content Placeholder 39">
            <a:extLst>
              <a:ext uri="{FF2B5EF4-FFF2-40B4-BE49-F238E27FC236}">
                <a16:creationId xmlns:a16="http://schemas.microsoft.com/office/drawing/2014/main" id="{13F9E1CA-33F1-E142-B523-9E5BFC6CE94D}"/>
              </a:ext>
            </a:extLst>
          </p:cNvPr>
          <p:cNvSpPr>
            <a:spLocks noGrp="1"/>
          </p:cNvSpPr>
          <p:nvPr>
            <p:ph idx="32" hasCustomPrompt="1"/>
          </p:nvPr>
        </p:nvSpPr>
        <p:spPr>
          <a:xfrm>
            <a:off x="6148226" y="1422000"/>
            <a:ext cx="2610000" cy="4852800"/>
          </a:xfrm>
          <a:prstGeom prst="rect">
            <a:avLst/>
          </a:prstGeom>
          <a:noFill/>
          <a:ln w="9508" cap="flat">
            <a:noFill/>
            <a:prstDash val="solid"/>
            <a:miter/>
          </a:ln>
        </p:spPr>
        <p:txBody>
          <a:bodyPr wrap="square" lIns="180000" tIns="144000" rIns="180000" bIns="144000" rtlCol="0" anchor="t">
            <a:noAutofit/>
          </a:bodyPr>
          <a:lstStyle>
            <a:lvl1pPr marL="0" indent="0">
              <a:lnSpc>
                <a:spcPct val="100000"/>
              </a:lnSpc>
              <a:spcAft>
                <a:spcPts val="1000"/>
              </a:spcAft>
              <a:buNone/>
              <a:defRPr lang="en-GB" sz="1800" b="1" dirty="0">
                <a:solidFill>
                  <a:srgbClr val="001A41"/>
                </a:solidFill>
                <a:latin typeface="+mn-lt"/>
              </a:defRPr>
            </a:lvl1pPr>
            <a:lvl2pPr marL="177800" indent="-177800">
              <a:lnSpc>
                <a:spcPct val="100000"/>
              </a:lnSpc>
              <a:spcAft>
                <a:spcPts val="1000"/>
              </a:spcAft>
              <a:buFont typeface="Wingdings" pitchFamily="2" charset="2"/>
              <a:buChar char="§"/>
              <a:tabLst/>
              <a:defRPr lang="en-GB" sz="1600" dirty="0">
                <a:solidFill>
                  <a:srgbClr val="001A41"/>
                </a:solidFill>
                <a:latin typeface="+mn-lt"/>
              </a:defRPr>
            </a:lvl2pPr>
            <a:lvl3pPr marL="342900" indent="-161925">
              <a:lnSpc>
                <a:spcPct val="100000"/>
              </a:lnSpc>
              <a:spcAft>
                <a:spcPts val="1000"/>
              </a:spcAft>
              <a:buFont typeface="Wingdings" pitchFamily="2" charset="2"/>
              <a:buChar char="§"/>
              <a:tabLst/>
              <a:defRPr lang="en-GB" sz="1400" dirty="0">
                <a:solidFill>
                  <a:srgbClr val="001A41"/>
                </a:solidFill>
                <a:latin typeface="+mn-lt"/>
              </a:defRPr>
            </a:lvl3pPr>
            <a:lvl4pPr marL="511175" indent="-146050">
              <a:lnSpc>
                <a:spcPct val="100000"/>
              </a:lnSpc>
              <a:spcAft>
                <a:spcPts val="1000"/>
              </a:spcAft>
              <a:buFont typeface="Wingdings" pitchFamily="2" charset="2"/>
              <a:buChar char="§"/>
              <a:tabLst/>
              <a:defRPr lang="en-GB" sz="1300" dirty="0">
                <a:solidFill>
                  <a:srgbClr val="001A41"/>
                </a:solidFill>
                <a:latin typeface="+mn-lt"/>
              </a:defRPr>
            </a:lvl4pPr>
            <a:lvl5pPr marL="650875" indent="-130175">
              <a:lnSpc>
                <a:spcPct val="100000"/>
              </a:lnSpc>
              <a:spcAft>
                <a:spcPts val="1000"/>
              </a:spcAft>
              <a:buFont typeface="Wingdings" pitchFamily="2" charset="2"/>
              <a:buChar char="§"/>
              <a:tabLst/>
              <a:defRPr lang="en-GB" sz="1200" dirty="0">
                <a:solidFill>
                  <a:srgbClr val="001A41"/>
                </a:solidFill>
                <a:latin typeface="+mn-lt"/>
              </a:defRPr>
            </a:lvl5pPr>
          </a:lstStyle>
          <a:p>
            <a:pPr lvl="0"/>
            <a:r>
              <a:rPr lang="en-GB" dirty="0"/>
              <a:t>Title text in bold</a:t>
            </a:r>
          </a:p>
          <a:p>
            <a:pPr lvl="1"/>
            <a:r>
              <a:rPr lang="en-GB" dirty="0"/>
              <a:t>Body copy in regular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sp>
        <p:nvSpPr>
          <p:cNvPr id="23" name="Content Placeholder 39">
            <a:extLst>
              <a:ext uri="{FF2B5EF4-FFF2-40B4-BE49-F238E27FC236}">
                <a16:creationId xmlns:a16="http://schemas.microsoft.com/office/drawing/2014/main" id="{BBFECABB-3D97-124B-9A59-E51A9263687E}"/>
              </a:ext>
            </a:extLst>
          </p:cNvPr>
          <p:cNvSpPr>
            <a:spLocks noGrp="1"/>
          </p:cNvSpPr>
          <p:nvPr>
            <p:ph idx="33" hasCustomPrompt="1"/>
          </p:nvPr>
        </p:nvSpPr>
        <p:spPr>
          <a:xfrm>
            <a:off x="8862338" y="1422000"/>
            <a:ext cx="2610000" cy="4852800"/>
          </a:xfrm>
          <a:prstGeom prst="rect">
            <a:avLst/>
          </a:prstGeom>
          <a:noFill/>
          <a:ln w="9508" cap="flat">
            <a:noFill/>
            <a:prstDash val="solid"/>
            <a:miter/>
          </a:ln>
        </p:spPr>
        <p:txBody>
          <a:bodyPr wrap="square" lIns="180000" tIns="144000" rIns="180000" bIns="144000" rtlCol="0" anchor="t">
            <a:noAutofit/>
          </a:bodyPr>
          <a:lstStyle>
            <a:lvl1pPr marL="0" indent="0">
              <a:lnSpc>
                <a:spcPct val="100000"/>
              </a:lnSpc>
              <a:spcAft>
                <a:spcPts val="1000"/>
              </a:spcAft>
              <a:buNone/>
              <a:defRPr lang="en-GB" sz="1800" b="1" dirty="0">
                <a:solidFill>
                  <a:srgbClr val="001A41"/>
                </a:solidFill>
                <a:latin typeface="+mn-lt"/>
              </a:defRPr>
            </a:lvl1pPr>
            <a:lvl2pPr marL="177800" indent="-177800">
              <a:lnSpc>
                <a:spcPct val="100000"/>
              </a:lnSpc>
              <a:spcAft>
                <a:spcPts val="1000"/>
              </a:spcAft>
              <a:buFont typeface="Wingdings" pitchFamily="2" charset="2"/>
              <a:buChar char="§"/>
              <a:tabLst/>
              <a:defRPr lang="en-GB" sz="1600" dirty="0">
                <a:solidFill>
                  <a:srgbClr val="001A41"/>
                </a:solidFill>
                <a:latin typeface="+mn-lt"/>
              </a:defRPr>
            </a:lvl2pPr>
            <a:lvl3pPr marL="342900" indent="-161925">
              <a:lnSpc>
                <a:spcPct val="100000"/>
              </a:lnSpc>
              <a:spcAft>
                <a:spcPts val="1000"/>
              </a:spcAft>
              <a:buFont typeface="Wingdings" pitchFamily="2" charset="2"/>
              <a:buChar char="§"/>
              <a:tabLst/>
              <a:defRPr lang="en-GB" sz="1400" dirty="0">
                <a:solidFill>
                  <a:srgbClr val="001A41"/>
                </a:solidFill>
                <a:latin typeface="+mn-lt"/>
              </a:defRPr>
            </a:lvl3pPr>
            <a:lvl4pPr marL="511175" indent="-146050">
              <a:lnSpc>
                <a:spcPct val="100000"/>
              </a:lnSpc>
              <a:spcAft>
                <a:spcPts val="1000"/>
              </a:spcAft>
              <a:buFont typeface="Wingdings" pitchFamily="2" charset="2"/>
              <a:buChar char="§"/>
              <a:tabLst/>
              <a:defRPr lang="en-GB" sz="1300" dirty="0">
                <a:solidFill>
                  <a:srgbClr val="001A41"/>
                </a:solidFill>
                <a:latin typeface="+mn-lt"/>
              </a:defRPr>
            </a:lvl4pPr>
            <a:lvl5pPr marL="650875" indent="-130175">
              <a:lnSpc>
                <a:spcPct val="100000"/>
              </a:lnSpc>
              <a:spcAft>
                <a:spcPts val="1000"/>
              </a:spcAft>
              <a:buFont typeface="Wingdings" pitchFamily="2" charset="2"/>
              <a:buChar char="§"/>
              <a:tabLst/>
              <a:defRPr lang="en-GB" sz="1200" dirty="0">
                <a:solidFill>
                  <a:srgbClr val="001A41"/>
                </a:solidFill>
                <a:latin typeface="+mn-lt"/>
              </a:defRPr>
            </a:lvl5pPr>
          </a:lstStyle>
          <a:p>
            <a:pPr lvl="0"/>
            <a:r>
              <a:rPr lang="en-GB" dirty="0"/>
              <a:t>Title text in bold</a:t>
            </a:r>
          </a:p>
          <a:p>
            <a:pPr lvl="1"/>
            <a:r>
              <a:rPr lang="en-GB" dirty="0"/>
              <a:t>Body copy in regular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9FE3F5C-E3AD-FD4F-9A1F-A65583F6D2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9998" y="540000"/>
            <a:ext cx="10753200" cy="392415"/>
          </a:xfrm>
        </p:spPr>
        <p:txBody>
          <a:bodyPr vert="horz" wrap="square" lIns="0" tIns="0" rIns="0" bIns="0" rtlCol="0" anchor="t" anchorCtr="0">
            <a:spAutoFit/>
          </a:bodyPr>
          <a:lstStyle>
            <a:lvl1pPr>
              <a:defRPr lang="en-GB" b="1" i="0" dirty="0">
                <a:solidFill>
                  <a:srgbClr val="001A41"/>
                </a:solidFill>
                <a:latin typeface="+mj-lt"/>
              </a:defRPr>
            </a:lvl1pPr>
          </a:lstStyle>
          <a:p>
            <a:pPr lvl="0"/>
            <a:r>
              <a:rPr lang="en-GB" dirty="0"/>
              <a:t>Click to edit Master 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FEBE12E-0BB8-084C-8E0C-B66521896E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0" i="0">
                <a:solidFill>
                  <a:srgbClr val="001A41"/>
                </a:solidFill>
                <a:latin typeface="+mn-lt"/>
              </a:defRPr>
            </a:lvl1pPr>
          </a:lstStyle>
          <a:p>
            <a:r>
              <a:rPr lang="en-GB"/>
              <a:t>Inchcape</a:t>
            </a:r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4ABD9E-BD09-504D-9726-FF0CEFC20D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0" i="0">
                <a:solidFill>
                  <a:srgbClr val="001A41"/>
                </a:solidFill>
                <a:latin typeface="+mn-lt"/>
              </a:defRPr>
            </a:lvl1pPr>
          </a:lstStyle>
          <a:p>
            <a:fld id="{9A24425F-4E86-FA46-A893-E19B561985DA}" type="slidenum">
              <a:rPr lang="en-GB" smtClean="0"/>
              <a:pPr/>
              <a:t>‹Nº›</a:t>
            </a:fld>
            <a:endParaRPr lang="en-GB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87ECE55-F004-5644-ABDD-EA39B81DF074}"/>
              </a:ext>
            </a:extLst>
          </p:cNvPr>
          <p:cNvSpPr txBox="1"/>
          <p:nvPr userDrawn="1"/>
        </p:nvSpPr>
        <p:spPr>
          <a:xfrm>
            <a:off x="719996" y="6951518"/>
            <a:ext cx="3029044" cy="134030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>
              <a:lnSpc>
                <a:spcPct val="110000"/>
              </a:lnSpc>
            </a:pPr>
            <a:r>
              <a:rPr lang="en-GB" sz="1000" b="1" dirty="0">
                <a:latin typeface="Century Gothic" panose="020B0502020202020204" pitchFamily="34" charset="0"/>
              </a:rPr>
              <a:t>To swap an icon:</a:t>
            </a:r>
          </a:p>
          <a:p>
            <a:pPr marL="92075" indent="-92075" algn="l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GB" sz="1000" dirty="0">
                <a:latin typeface="Century Gothic" panose="020B0502020202020204" pitchFamily="34" charset="0"/>
              </a:rPr>
              <a:t>Delete icon</a:t>
            </a:r>
          </a:p>
          <a:p>
            <a:pPr marL="92075" indent="-92075" algn="l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GB" sz="1000" dirty="0">
                <a:latin typeface="Century Gothic" panose="020B0502020202020204" pitchFamily="34" charset="0"/>
              </a:rPr>
              <a:t>Go to ‘Icon Library’ in Asset library section</a:t>
            </a:r>
          </a:p>
          <a:p>
            <a:pPr marL="92075" indent="-92075" algn="l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GB" sz="1000" dirty="0">
                <a:latin typeface="Century Gothic" panose="020B0502020202020204" pitchFamily="34" charset="0"/>
              </a:rPr>
              <a:t>Click chosen icon</a:t>
            </a:r>
          </a:p>
          <a:p>
            <a:pPr marL="92075" indent="-92075" algn="l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GB" sz="1000" dirty="0">
                <a:latin typeface="Century Gothic" panose="020B0502020202020204" pitchFamily="34" charset="0"/>
              </a:rPr>
              <a:t>Copy</a:t>
            </a:r>
          </a:p>
          <a:p>
            <a:pPr marL="92075" indent="-92075" algn="l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GB" sz="1000" dirty="0">
                <a:latin typeface="Century Gothic" panose="020B0502020202020204" pitchFamily="34" charset="0"/>
              </a:rPr>
              <a:t>Return to content slide</a:t>
            </a:r>
          </a:p>
          <a:p>
            <a:pPr marL="92075" indent="-92075" algn="l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GB" sz="1000" dirty="0">
                <a:latin typeface="Century Gothic" panose="020B0502020202020204" pitchFamily="34" charset="0"/>
              </a:rPr>
              <a:t>Click on placeholder</a:t>
            </a:r>
          </a:p>
          <a:p>
            <a:pPr marL="92075" indent="-92075" algn="l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GB" sz="1000" dirty="0">
                <a:latin typeface="Century Gothic" panose="020B0502020202020204" pitchFamily="34" charset="0"/>
              </a:rPr>
              <a:t>Paste</a:t>
            </a:r>
          </a:p>
        </p:txBody>
      </p:sp>
      <p:sp>
        <p:nvSpPr>
          <p:cNvPr id="20" name="Text Placeholder 7">
            <a:extLst>
              <a:ext uri="{FF2B5EF4-FFF2-40B4-BE49-F238E27FC236}">
                <a16:creationId xmlns:a16="http://schemas.microsoft.com/office/drawing/2014/main" id="{5BAE7CCA-5B93-CB4F-8660-67931663E30E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720725" y="6482967"/>
            <a:ext cx="1240724" cy="123111"/>
          </a:xfrm>
        </p:spPr>
        <p:txBody>
          <a:bodyPr vert="horz" wrap="none" lIns="0" tIns="0" rIns="0" bIns="0" rtlCol="0" anchor="ctr">
            <a:sp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GB" sz="800" dirty="0">
                <a:solidFill>
                  <a:srgbClr val="001A41"/>
                </a:solidFill>
              </a:defRPr>
            </a:lvl1pPr>
          </a:lstStyle>
          <a:p>
            <a:pPr lvl="0"/>
            <a:r>
              <a:rPr lang="en-GB" dirty="0"/>
              <a:t>Source &amp; footnotes field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2C64D27-97B7-704C-A4A4-9D80F145A4EA}"/>
              </a:ext>
            </a:extLst>
          </p:cNvPr>
          <p:cNvSpPr txBox="1"/>
          <p:nvPr userDrawn="1"/>
        </p:nvSpPr>
        <p:spPr>
          <a:xfrm>
            <a:off x="3959996" y="6951518"/>
            <a:ext cx="3303790" cy="195252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>
              <a:lnSpc>
                <a:spcPct val="110000"/>
              </a:lnSpc>
            </a:pPr>
            <a:r>
              <a:rPr lang="en-GB" sz="1000" b="1" dirty="0">
                <a:latin typeface="Century Gothic" panose="020B0502020202020204" pitchFamily="34" charset="0"/>
              </a:rPr>
              <a:t>To recolour an icon:</a:t>
            </a:r>
          </a:p>
          <a:p>
            <a:pPr marL="92075" indent="-92075" algn="l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GB" sz="1000" dirty="0">
                <a:latin typeface="Century Gothic" panose="020B0502020202020204" pitchFamily="34" charset="0"/>
              </a:rPr>
              <a:t>Click on icon</a:t>
            </a:r>
          </a:p>
          <a:p>
            <a:pPr marL="92075" indent="-92075" algn="l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GB" sz="1000" dirty="0">
                <a:latin typeface="Century Gothic" panose="020B0502020202020204" pitchFamily="34" charset="0"/>
              </a:rPr>
              <a:t>Go to ‘Graphics Format’ format tab</a:t>
            </a:r>
          </a:p>
          <a:p>
            <a:pPr marL="92075" indent="-92075" algn="l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GB" sz="1000" dirty="0">
                <a:latin typeface="Century Gothic" panose="020B0502020202020204" pitchFamily="34" charset="0"/>
              </a:rPr>
              <a:t>Click ‘Graphics Fill’</a:t>
            </a:r>
          </a:p>
          <a:p>
            <a:pPr marL="92075" indent="-92075" algn="l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GB" sz="1000" dirty="0">
                <a:latin typeface="Century Gothic" panose="020B0502020202020204" pitchFamily="34" charset="0"/>
              </a:rPr>
              <a:t>Select colour from dropdown brand colours</a:t>
            </a:r>
          </a:p>
          <a:p>
            <a:pPr marL="92075" indent="-92075" algn="l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GB" sz="1000" dirty="0">
                <a:latin typeface="Century Gothic" panose="020B0502020202020204" pitchFamily="34" charset="0"/>
              </a:rPr>
              <a:t>N.B. Only the following colourways should be used</a:t>
            </a:r>
          </a:p>
          <a:p>
            <a:pPr marL="549275" lvl="1" indent="-92075" algn="l">
              <a:lnSpc>
                <a:spcPct val="110000"/>
              </a:lnSpc>
              <a:buFont typeface="Arial" panose="020B0604020202020204" pitchFamily="34" charset="0"/>
              <a:buChar char="•"/>
              <a:tabLst>
                <a:tab pos="1549400" algn="l"/>
              </a:tabLst>
            </a:pPr>
            <a:r>
              <a:rPr lang="en-GB" sz="800" dirty="0">
                <a:latin typeface="Century Gothic" panose="020B0502020202020204" pitchFamily="34" charset="0"/>
              </a:rPr>
              <a:t>Dark blue b/ground	&gt; white icon (&amp; white text) </a:t>
            </a:r>
          </a:p>
          <a:p>
            <a:pPr marL="549275" marR="0" lvl="1" indent="-92075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>
                <a:tab pos="1549400" algn="l"/>
              </a:tabLst>
              <a:defRPr/>
            </a:pPr>
            <a:r>
              <a:rPr lang="en-GB" sz="800" dirty="0">
                <a:latin typeface="Century Gothic" panose="020B0502020202020204" pitchFamily="34" charset="0"/>
              </a:rPr>
              <a:t>Purple background 	&gt; white icon (&amp; white text) </a:t>
            </a:r>
          </a:p>
          <a:p>
            <a:pPr marL="549275" marR="0" lvl="1" indent="-92075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>
                <a:tab pos="1549400" algn="l"/>
              </a:tabLst>
              <a:defRPr/>
            </a:pPr>
            <a:r>
              <a:rPr lang="en-GB" sz="800" dirty="0">
                <a:latin typeface="Century Gothic" panose="020B0502020202020204" pitchFamily="34" charset="0"/>
              </a:rPr>
              <a:t>Eco blue b/ground 	&gt; dark blue icon (&amp; dark blue text) </a:t>
            </a:r>
          </a:p>
          <a:p>
            <a:pPr marL="549275" marR="0" lvl="1" indent="-92075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>
                <a:tab pos="1549400" algn="l"/>
              </a:tabLst>
              <a:defRPr/>
            </a:pPr>
            <a:r>
              <a:rPr lang="en-GB" sz="800" dirty="0">
                <a:latin typeface="Century Gothic" panose="020B0502020202020204" pitchFamily="34" charset="0"/>
              </a:rPr>
              <a:t>Yellow background	&gt; dark blue icon (&amp; dark blue text) </a:t>
            </a:r>
          </a:p>
          <a:p>
            <a:pPr marL="549275" marR="0" lvl="1" indent="-92075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>
                <a:tab pos="1549400" algn="l"/>
              </a:tabLst>
              <a:defRPr/>
            </a:pPr>
            <a:r>
              <a:rPr lang="en-GB" sz="800" dirty="0">
                <a:latin typeface="Century Gothic" panose="020B0502020202020204" pitchFamily="34" charset="0"/>
              </a:rPr>
              <a:t>Green background 	&gt; dark blue icon (&amp; dark blue text) </a:t>
            </a:r>
          </a:p>
          <a:p>
            <a:pPr marL="549275" marR="0" lvl="1" indent="-92075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>
                <a:tab pos="1549400" algn="l"/>
              </a:tabLst>
              <a:defRPr/>
            </a:pPr>
            <a:r>
              <a:rPr lang="en-GB" sz="800" dirty="0">
                <a:latin typeface="Century Gothic" panose="020B0502020202020204" pitchFamily="34" charset="0"/>
              </a:rPr>
              <a:t>White background 	&gt; dark blue icon (&amp; dark blue text)</a:t>
            </a:r>
          </a:p>
          <a:p>
            <a:pPr marL="549275" marR="0" lvl="1" indent="-92075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>
                <a:tab pos="1549400" algn="l"/>
              </a:tabLst>
              <a:defRPr/>
            </a:pPr>
            <a:r>
              <a:rPr lang="en-GB" sz="800" dirty="0">
                <a:latin typeface="Century Gothic" panose="020B0502020202020204" pitchFamily="34" charset="0"/>
              </a:rPr>
              <a:t>Pale grey b/ground	&gt; dark blue icon (&amp; dark blue text)</a:t>
            </a:r>
          </a:p>
        </p:txBody>
      </p:sp>
    </p:spTree>
    <p:extLst>
      <p:ext uri="{BB962C8B-B14F-4D97-AF65-F5344CB8AC3E}">
        <p14:creationId xmlns:p14="http://schemas.microsoft.com/office/powerpoint/2010/main" val="96172600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Content Placeholder 24">
            <a:extLst>
              <a:ext uri="{FF2B5EF4-FFF2-40B4-BE49-F238E27FC236}">
                <a16:creationId xmlns:a16="http://schemas.microsoft.com/office/drawing/2014/main" id="{1DA511CC-8967-ED4F-8504-35781F695A19}"/>
              </a:ext>
            </a:extLst>
          </p:cNvPr>
          <p:cNvSpPr>
            <a:spLocks noGrp="1"/>
          </p:cNvSpPr>
          <p:nvPr>
            <p:ph idx="37" hasCustomPrompt="1"/>
          </p:nvPr>
        </p:nvSpPr>
        <p:spPr>
          <a:xfrm>
            <a:off x="4341600" y="1422000"/>
            <a:ext cx="3509999" cy="4852800"/>
          </a:xfrm>
          <a:custGeom>
            <a:avLst/>
            <a:gdLst>
              <a:gd name="connsiteX0" fmla="*/ 0 w 3509999"/>
              <a:gd name="connsiteY0" fmla="*/ 0 h 4852800"/>
              <a:gd name="connsiteX1" fmla="*/ 899999 w 3509999"/>
              <a:gd name="connsiteY1" fmla="*/ 0 h 4852800"/>
              <a:gd name="connsiteX2" fmla="*/ 2367688 w 3509999"/>
              <a:gd name="connsiteY2" fmla="*/ 0 h 4852800"/>
              <a:gd name="connsiteX3" fmla="*/ 3267687 w 3509999"/>
              <a:gd name="connsiteY3" fmla="*/ 0 h 4852800"/>
              <a:gd name="connsiteX4" fmla="*/ 3509999 w 3509999"/>
              <a:gd name="connsiteY4" fmla="*/ 242312 h 4852800"/>
              <a:gd name="connsiteX5" fmla="*/ 3509999 w 3509999"/>
              <a:gd name="connsiteY5" fmla="*/ 4852800 h 4852800"/>
              <a:gd name="connsiteX6" fmla="*/ 2610000 w 3509999"/>
              <a:gd name="connsiteY6" fmla="*/ 4852800 h 4852800"/>
              <a:gd name="connsiteX7" fmla="*/ 899999 w 3509999"/>
              <a:gd name="connsiteY7" fmla="*/ 4852800 h 4852800"/>
              <a:gd name="connsiteX8" fmla="*/ 0 w 3509999"/>
              <a:gd name="connsiteY8" fmla="*/ 4852800 h 4852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509999" h="4852800">
                <a:moveTo>
                  <a:pt x="0" y="0"/>
                </a:moveTo>
                <a:lnTo>
                  <a:pt x="899999" y="0"/>
                </a:lnTo>
                <a:lnTo>
                  <a:pt x="2367688" y="0"/>
                </a:lnTo>
                <a:lnTo>
                  <a:pt x="3267687" y="0"/>
                </a:lnTo>
                <a:lnTo>
                  <a:pt x="3509999" y="242312"/>
                </a:lnTo>
                <a:lnTo>
                  <a:pt x="3509999" y="4852800"/>
                </a:lnTo>
                <a:lnTo>
                  <a:pt x="2610000" y="4852800"/>
                </a:lnTo>
                <a:lnTo>
                  <a:pt x="899999" y="4852800"/>
                </a:lnTo>
                <a:lnTo>
                  <a:pt x="0" y="4852800"/>
                </a:lnTo>
                <a:close/>
              </a:path>
            </a:pathLst>
          </a:custGeom>
          <a:solidFill>
            <a:schemeClr val="accent2"/>
          </a:solidFill>
          <a:ln w="9508" cap="flat">
            <a:noFill/>
            <a:prstDash val="solid"/>
            <a:miter/>
          </a:ln>
        </p:spPr>
        <p:txBody>
          <a:bodyPr wrap="square" lIns="180000" tIns="144000" rIns="180000" bIns="144000" rtlCol="0" anchor="t">
            <a:noAutofit/>
          </a:bodyPr>
          <a:lstStyle>
            <a:lvl1pPr marL="0" indent="0">
              <a:lnSpc>
                <a:spcPct val="100000"/>
              </a:lnSpc>
              <a:spcAft>
                <a:spcPts val="1000"/>
              </a:spcAft>
              <a:buNone/>
              <a:defRPr lang="en-GB" sz="1800" b="1" dirty="0">
                <a:solidFill>
                  <a:srgbClr val="001A41"/>
                </a:solidFill>
                <a:latin typeface="+mn-lt"/>
              </a:defRPr>
            </a:lvl1pPr>
            <a:lvl2pPr marL="177800" indent="-177800">
              <a:lnSpc>
                <a:spcPct val="100000"/>
              </a:lnSpc>
              <a:spcAft>
                <a:spcPts val="1000"/>
              </a:spcAft>
              <a:buFont typeface="Wingdings" pitchFamily="2" charset="2"/>
              <a:buChar char="§"/>
              <a:tabLst/>
              <a:defRPr lang="en-GB" sz="1600" dirty="0">
                <a:solidFill>
                  <a:srgbClr val="001A41"/>
                </a:solidFill>
                <a:latin typeface="+mn-lt"/>
              </a:defRPr>
            </a:lvl2pPr>
            <a:lvl3pPr marL="342900" indent="-161925">
              <a:lnSpc>
                <a:spcPct val="100000"/>
              </a:lnSpc>
              <a:spcAft>
                <a:spcPts val="1000"/>
              </a:spcAft>
              <a:buFont typeface="Wingdings" pitchFamily="2" charset="2"/>
              <a:buChar char="§"/>
              <a:tabLst/>
              <a:defRPr lang="en-GB" sz="1400" dirty="0">
                <a:solidFill>
                  <a:srgbClr val="001A41"/>
                </a:solidFill>
                <a:latin typeface="+mn-lt"/>
              </a:defRPr>
            </a:lvl3pPr>
            <a:lvl4pPr marL="511175" indent="-146050">
              <a:lnSpc>
                <a:spcPct val="100000"/>
              </a:lnSpc>
              <a:spcAft>
                <a:spcPts val="1000"/>
              </a:spcAft>
              <a:buFont typeface="Wingdings" pitchFamily="2" charset="2"/>
              <a:buChar char="§"/>
              <a:tabLst/>
              <a:defRPr lang="en-GB" sz="1300" dirty="0">
                <a:solidFill>
                  <a:srgbClr val="001A41"/>
                </a:solidFill>
                <a:latin typeface="+mn-lt"/>
              </a:defRPr>
            </a:lvl4pPr>
            <a:lvl5pPr marL="650875" indent="-130175">
              <a:lnSpc>
                <a:spcPct val="100000"/>
              </a:lnSpc>
              <a:spcAft>
                <a:spcPts val="1000"/>
              </a:spcAft>
              <a:buFont typeface="Wingdings" pitchFamily="2" charset="2"/>
              <a:buChar char="§"/>
              <a:tabLst/>
              <a:defRPr lang="en-GB" sz="1200" dirty="0">
                <a:solidFill>
                  <a:srgbClr val="001A41"/>
                </a:solidFill>
                <a:latin typeface="+mn-lt"/>
              </a:defRPr>
            </a:lvl5pPr>
          </a:lstStyle>
          <a:p>
            <a:pPr lvl="0"/>
            <a:r>
              <a:rPr lang="en-GB" dirty="0"/>
              <a:t>Title text in bold</a:t>
            </a:r>
          </a:p>
          <a:p>
            <a:pPr lvl="1"/>
            <a:r>
              <a:rPr lang="en-GB" dirty="0"/>
              <a:t>Body copy in regular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sp>
        <p:nvSpPr>
          <p:cNvPr id="23" name="Content Placeholder 22">
            <a:extLst>
              <a:ext uri="{FF2B5EF4-FFF2-40B4-BE49-F238E27FC236}">
                <a16:creationId xmlns:a16="http://schemas.microsoft.com/office/drawing/2014/main" id="{C226FB17-2CD4-D345-B5A6-51159829DC88}"/>
              </a:ext>
            </a:extLst>
          </p:cNvPr>
          <p:cNvSpPr>
            <a:spLocks noGrp="1"/>
          </p:cNvSpPr>
          <p:nvPr>
            <p:ph idx="28" hasCustomPrompt="1"/>
          </p:nvPr>
        </p:nvSpPr>
        <p:spPr>
          <a:xfrm>
            <a:off x="720000" y="1422000"/>
            <a:ext cx="3509999" cy="4852800"/>
          </a:xfrm>
          <a:custGeom>
            <a:avLst/>
            <a:gdLst>
              <a:gd name="connsiteX0" fmla="*/ 0 w 3509999"/>
              <a:gd name="connsiteY0" fmla="*/ 0 h 4852800"/>
              <a:gd name="connsiteX1" fmla="*/ 899999 w 3509999"/>
              <a:gd name="connsiteY1" fmla="*/ 0 h 4852800"/>
              <a:gd name="connsiteX2" fmla="*/ 2367688 w 3509999"/>
              <a:gd name="connsiteY2" fmla="*/ 0 h 4852800"/>
              <a:gd name="connsiteX3" fmla="*/ 3267687 w 3509999"/>
              <a:gd name="connsiteY3" fmla="*/ 0 h 4852800"/>
              <a:gd name="connsiteX4" fmla="*/ 3509999 w 3509999"/>
              <a:gd name="connsiteY4" fmla="*/ 242312 h 4852800"/>
              <a:gd name="connsiteX5" fmla="*/ 3509999 w 3509999"/>
              <a:gd name="connsiteY5" fmla="*/ 4852800 h 4852800"/>
              <a:gd name="connsiteX6" fmla="*/ 2610000 w 3509999"/>
              <a:gd name="connsiteY6" fmla="*/ 4852800 h 4852800"/>
              <a:gd name="connsiteX7" fmla="*/ 899999 w 3509999"/>
              <a:gd name="connsiteY7" fmla="*/ 4852800 h 4852800"/>
              <a:gd name="connsiteX8" fmla="*/ 0 w 3509999"/>
              <a:gd name="connsiteY8" fmla="*/ 4852800 h 4852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509999" h="4852800">
                <a:moveTo>
                  <a:pt x="0" y="0"/>
                </a:moveTo>
                <a:lnTo>
                  <a:pt x="899999" y="0"/>
                </a:lnTo>
                <a:lnTo>
                  <a:pt x="2367688" y="0"/>
                </a:lnTo>
                <a:lnTo>
                  <a:pt x="3267687" y="0"/>
                </a:lnTo>
                <a:lnTo>
                  <a:pt x="3509999" y="242312"/>
                </a:lnTo>
                <a:lnTo>
                  <a:pt x="3509999" y="4852800"/>
                </a:lnTo>
                <a:lnTo>
                  <a:pt x="2610000" y="4852800"/>
                </a:lnTo>
                <a:lnTo>
                  <a:pt x="899999" y="4852800"/>
                </a:lnTo>
                <a:lnTo>
                  <a:pt x="0" y="4852800"/>
                </a:lnTo>
                <a:close/>
              </a:path>
            </a:pathLst>
          </a:custGeom>
          <a:solidFill>
            <a:srgbClr val="001A41"/>
          </a:solidFill>
          <a:ln w="9508" cap="flat">
            <a:noFill/>
            <a:prstDash val="solid"/>
            <a:miter/>
          </a:ln>
        </p:spPr>
        <p:txBody>
          <a:bodyPr wrap="square" lIns="180000" tIns="144000" rIns="180000" bIns="144000" rtlCol="0" anchor="t">
            <a:noAutofit/>
          </a:bodyPr>
          <a:lstStyle>
            <a:lvl1pPr marL="0" indent="0">
              <a:lnSpc>
                <a:spcPct val="100000"/>
              </a:lnSpc>
              <a:spcAft>
                <a:spcPts val="1000"/>
              </a:spcAft>
              <a:buNone/>
              <a:defRPr lang="en-GB" sz="1800" b="1" dirty="0">
                <a:solidFill>
                  <a:schemeClr val="bg1"/>
                </a:solidFill>
                <a:latin typeface="+mn-lt"/>
              </a:defRPr>
            </a:lvl1pPr>
            <a:lvl2pPr marL="177800" indent="-177800">
              <a:lnSpc>
                <a:spcPct val="100000"/>
              </a:lnSpc>
              <a:spcAft>
                <a:spcPts val="1000"/>
              </a:spcAft>
              <a:buFont typeface="Wingdings" pitchFamily="2" charset="2"/>
              <a:buChar char="§"/>
              <a:tabLst/>
              <a:defRPr lang="en-GB" sz="1600" dirty="0">
                <a:solidFill>
                  <a:schemeClr val="bg1"/>
                </a:solidFill>
                <a:latin typeface="+mn-lt"/>
              </a:defRPr>
            </a:lvl2pPr>
            <a:lvl3pPr marL="342900" indent="-161925">
              <a:lnSpc>
                <a:spcPct val="100000"/>
              </a:lnSpc>
              <a:spcAft>
                <a:spcPts val="1000"/>
              </a:spcAft>
              <a:buFont typeface="Wingdings" pitchFamily="2" charset="2"/>
              <a:buChar char="§"/>
              <a:tabLst/>
              <a:defRPr lang="en-GB" sz="1400" dirty="0">
                <a:solidFill>
                  <a:schemeClr val="bg1"/>
                </a:solidFill>
                <a:latin typeface="+mn-lt"/>
              </a:defRPr>
            </a:lvl3pPr>
            <a:lvl4pPr marL="511175" indent="-146050">
              <a:lnSpc>
                <a:spcPct val="100000"/>
              </a:lnSpc>
              <a:spcAft>
                <a:spcPts val="1000"/>
              </a:spcAft>
              <a:buFont typeface="Wingdings" pitchFamily="2" charset="2"/>
              <a:buChar char="§"/>
              <a:tabLst/>
              <a:defRPr lang="en-GB" sz="1300" dirty="0">
                <a:solidFill>
                  <a:schemeClr val="bg1"/>
                </a:solidFill>
                <a:latin typeface="+mn-lt"/>
              </a:defRPr>
            </a:lvl4pPr>
            <a:lvl5pPr marL="651600" indent="-129600">
              <a:lnSpc>
                <a:spcPct val="100000"/>
              </a:lnSpc>
              <a:spcAft>
                <a:spcPts val="1000"/>
              </a:spcAft>
              <a:buFont typeface="Wingdings" pitchFamily="2" charset="2"/>
              <a:buChar char="§"/>
              <a:tabLst/>
              <a:defRPr lang="en-GB" sz="1200" dirty="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r>
              <a:rPr lang="en-GB" dirty="0"/>
              <a:t>Title text in bold</a:t>
            </a:r>
          </a:p>
          <a:p>
            <a:pPr lvl="1"/>
            <a:r>
              <a:rPr lang="en-GB" dirty="0"/>
              <a:t>Body copy in regular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9FE3F5C-E3AD-FD4F-9A1F-A65583F6D2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9998" y="540000"/>
            <a:ext cx="10753200" cy="392415"/>
          </a:xfrm>
        </p:spPr>
        <p:txBody>
          <a:bodyPr vert="horz" wrap="square" lIns="0" tIns="0" rIns="0" bIns="0" rtlCol="0" anchor="t" anchorCtr="0">
            <a:spAutoFit/>
          </a:bodyPr>
          <a:lstStyle>
            <a:lvl1pPr>
              <a:defRPr lang="en-GB" b="1" i="0" dirty="0">
                <a:solidFill>
                  <a:srgbClr val="001A41"/>
                </a:solidFill>
                <a:latin typeface="+mj-lt"/>
              </a:defRPr>
            </a:lvl1pPr>
          </a:lstStyle>
          <a:p>
            <a:pPr lvl="0"/>
            <a:r>
              <a:rPr lang="en-GB" dirty="0"/>
              <a:t>Click to edit Master 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FEBE12E-0BB8-084C-8E0C-B66521896E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0" i="0">
                <a:solidFill>
                  <a:srgbClr val="001A41"/>
                </a:solidFill>
                <a:latin typeface="+mn-lt"/>
              </a:defRPr>
            </a:lvl1pPr>
          </a:lstStyle>
          <a:p>
            <a:r>
              <a:rPr lang="en-GB"/>
              <a:t>Inchcape</a:t>
            </a:r>
            <a:endParaRPr lang="en-GB" dirty="0"/>
          </a:p>
        </p:txBody>
      </p:sp>
      <p:sp>
        <p:nvSpPr>
          <p:cNvPr id="59" name="Slide Number Placeholder 4">
            <a:extLst>
              <a:ext uri="{FF2B5EF4-FFF2-40B4-BE49-F238E27FC236}">
                <a16:creationId xmlns:a16="http://schemas.microsoft.com/office/drawing/2014/main" id="{ABF4C77F-0C76-F14C-81BA-63F6ABF900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31798" y="252000"/>
            <a:ext cx="141064" cy="138499"/>
          </a:xfrm>
        </p:spPr>
        <p:txBody>
          <a:bodyPr/>
          <a:lstStyle>
            <a:lvl1pPr>
              <a:defRPr b="0" i="0">
                <a:solidFill>
                  <a:srgbClr val="001A41"/>
                </a:solidFill>
                <a:latin typeface="+mn-lt"/>
              </a:defRPr>
            </a:lvl1pPr>
          </a:lstStyle>
          <a:p>
            <a:fld id="{9A24425F-4E86-FA46-A893-E19B561985DA}" type="slidenum">
              <a:rPr lang="en-GB" smtClean="0"/>
              <a:pPr/>
              <a:t>‹Nº›</a:t>
            </a:fld>
            <a:endParaRPr lang="en-GB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AC26E66-EF48-454C-9914-88B0D52D4B91}"/>
              </a:ext>
            </a:extLst>
          </p:cNvPr>
          <p:cNvSpPr txBox="1"/>
          <p:nvPr userDrawn="1"/>
        </p:nvSpPr>
        <p:spPr>
          <a:xfrm>
            <a:off x="719996" y="6951518"/>
            <a:ext cx="3029044" cy="134030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>
              <a:lnSpc>
                <a:spcPct val="110000"/>
              </a:lnSpc>
            </a:pPr>
            <a:r>
              <a:rPr lang="en-GB" sz="1000" b="1" dirty="0">
                <a:latin typeface="Century Gothic" panose="020B0502020202020204" pitchFamily="34" charset="0"/>
              </a:rPr>
              <a:t>To swap an icon:</a:t>
            </a:r>
          </a:p>
          <a:p>
            <a:pPr marL="92075" indent="-92075" algn="l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GB" sz="1000" dirty="0">
                <a:latin typeface="Century Gothic" panose="020B0502020202020204" pitchFamily="34" charset="0"/>
              </a:rPr>
              <a:t>Delete icon</a:t>
            </a:r>
          </a:p>
          <a:p>
            <a:pPr marL="92075" indent="-92075" algn="l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GB" sz="1000" dirty="0">
                <a:latin typeface="Century Gothic" panose="020B0502020202020204" pitchFamily="34" charset="0"/>
              </a:rPr>
              <a:t>Go to ‘Icon Library’ in Asset library section</a:t>
            </a:r>
          </a:p>
          <a:p>
            <a:pPr marL="92075" indent="-92075" algn="l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GB" sz="1000" dirty="0">
                <a:latin typeface="Century Gothic" panose="020B0502020202020204" pitchFamily="34" charset="0"/>
              </a:rPr>
              <a:t>Click chosen icon</a:t>
            </a:r>
          </a:p>
          <a:p>
            <a:pPr marL="92075" indent="-92075" algn="l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GB" sz="1000" dirty="0">
                <a:latin typeface="Century Gothic" panose="020B0502020202020204" pitchFamily="34" charset="0"/>
              </a:rPr>
              <a:t>Copy</a:t>
            </a:r>
          </a:p>
          <a:p>
            <a:pPr marL="92075" indent="-92075" algn="l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GB" sz="1000" dirty="0">
                <a:latin typeface="Century Gothic" panose="020B0502020202020204" pitchFamily="34" charset="0"/>
              </a:rPr>
              <a:t>Return to content slide</a:t>
            </a:r>
          </a:p>
          <a:p>
            <a:pPr marL="92075" indent="-92075" algn="l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GB" sz="1000" dirty="0">
                <a:latin typeface="Century Gothic" panose="020B0502020202020204" pitchFamily="34" charset="0"/>
              </a:rPr>
              <a:t>Click on placeholder</a:t>
            </a:r>
          </a:p>
          <a:p>
            <a:pPr marL="92075" indent="-92075" algn="l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GB" sz="1000" dirty="0">
                <a:latin typeface="Century Gothic" panose="020B0502020202020204" pitchFamily="34" charset="0"/>
              </a:rPr>
              <a:t>Paste</a:t>
            </a:r>
          </a:p>
        </p:txBody>
      </p:sp>
      <p:sp>
        <p:nvSpPr>
          <p:cNvPr id="26" name="Content Placeholder 25">
            <a:extLst>
              <a:ext uri="{FF2B5EF4-FFF2-40B4-BE49-F238E27FC236}">
                <a16:creationId xmlns:a16="http://schemas.microsoft.com/office/drawing/2014/main" id="{1A43DC1F-D3F3-F64C-B975-EB9BB14E4459}"/>
              </a:ext>
            </a:extLst>
          </p:cNvPr>
          <p:cNvSpPr>
            <a:spLocks noGrp="1"/>
          </p:cNvSpPr>
          <p:nvPr>
            <p:ph idx="38" hasCustomPrompt="1"/>
          </p:nvPr>
        </p:nvSpPr>
        <p:spPr>
          <a:xfrm>
            <a:off x="7963199" y="1422000"/>
            <a:ext cx="3509999" cy="4852800"/>
          </a:xfrm>
          <a:custGeom>
            <a:avLst/>
            <a:gdLst>
              <a:gd name="connsiteX0" fmla="*/ 0 w 3509999"/>
              <a:gd name="connsiteY0" fmla="*/ 0 h 4852800"/>
              <a:gd name="connsiteX1" fmla="*/ 899999 w 3509999"/>
              <a:gd name="connsiteY1" fmla="*/ 0 h 4852800"/>
              <a:gd name="connsiteX2" fmla="*/ 2367688 w 3509999"/>
              <a:gd name="connsiteY2" fmla="*/ 0 h 4852800"/>
              <a:gd name="connsiteX3" fmla="*/ 3267687 w 3509999"/>
              <a:gd name="connsiteY3" fmla="*/ 0 h 4852800"/>
              <a:gd name="connsiteX4" fmla="*/ 3509999 w 3509999"/>
              <a:gd name="connsiteY4" fmla="*/ 242312 h 4852800"/>
              <a:gd name="connsiteX5" fmla="*/ 3509999 w 3509999"/>
              <a:gd name="connsiteY5" fmla="*/ 4852800 h 4852800"/>
              <a:gd name="connsiteX6" fmla="*/ 2610000 w 3509999"/>
              <a:gd name="connsiteY6" fmla="*/ 4852800 h 4852800"/>
              <a:gd name="connsiteX7" fmla="*/ 899999 w 3509999"/>
              <a:gd name="connsiteY7" fmla="*/ 4852800 h 4852800"/>
              <a:gd name="connsiteX8" fmla="*/ 0 w 3509999"/>
              <a:gd name="connsiteY8" fmla="*/ 4852800 h 4852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509999" h="4852800">
                <a:moveTo>
                  <a:pt x="0" y="0"/>
                </a:moveTo>
                <a:lnTo>
                  <a:pt x="899999" y="0"/>
                </a:lnTo>
                <a:lnTo>
                  <a:pt x="2367688" y="0"/>
                </a:lnTo>
                <a:lnTo>
                  <a:pt x="3267687" y="0"/>
                </a:lnTo>
                <a:lnTo>
                  <a:pt x="3509999" y="242312"/>
                </a:lnTo>
                <a:lnTo>
                  <a:pt x="3509999" y="4852800"/>
                </a:lnTo>
                <a:lnTo>
                  <a:pt x="2610000" y="4852800"/>
                </a:lnTo>
                <a:lnTo>
                  <a:pt x="899999" y="4852800"/>
                </a:lnTo>
                <a:lnTo>
                  <a:pt x="0" y="4852800"/>
                </a:lnTo>
                <a:close/>
              </a:path>
            </a:pathLst>
          </a:custGeom>
          <a:solidFill>
            <a:schemeClr val="accent6"/>
          </a:solidFill>
          <a:ln w="9508" cap="flat">
            <a:noFill/>
            <a:prstDash val="solid"/>
            <a:miter/>
          </a:ln>
        </p:spPr>
        <p:txBody>
          <a:bodyPr wrap="square" lIns="180000" tIns="144000" rIns="180000" bIns="144000" rtlCol="0" anchor="t">
            <a:noAutofit/>
          </a:bodyPr>
          <a:lstStyle>
            <a:lvl1pPr marL="0" indent="0">
              <a:lnSpc>
                <a:spcPct val="100000"/>
              </a:lnSpc>
              <a:spcAft>
                <a:spcPts val="1000"/>
              </a:spcAft>
              <a:buNone/>
              <a:defRPr lang="en-GB" sz="1800" b="1" dirty="0">
                <a:solidFill>
                  <a:srgbClr val="001A41"/>
                </a:solidFill>
                <a:latin typeface="+mn-lt"/>
              </a:defRPr>
            </a:lvl1pPr>
            <a:lvl2pPr marL="177800" indent="-177800">
              <a:lnSpc>
                <a:spcPct val="100000"/>
              </a:lnSpc>
              <a:spcAft>
                <a:spcPts val="1000"/>
              </a:spcAft>
              <a:buFont typeface="Wingdings" pitchFamily="2" charset="2"/>
              <a:buChar char="§"/>
              <a:tabLst/>
              <a:defRPr lang="en-GB" sz="1600" dirty="0">
                <a:solidFill>
                  <a:srgbClr val="001A41"/>
                </a:solidFill>
                <a:latin typeface="+mn-lt"/>
              </a:defRPr>
            </a:lvl2pPr>
            <a:lvl3pPr marL="342900" indent="-161925">
              <a:lnSpc>
                <a:spcPct val="100000"/>
              </a:lnSpc>
              <a:spcAft>
                <a:spcPts val="1000"/>
              </a:spcAft>
              <a:buFont typeface="Wingdings" pitchFamily="2" charset="2"/>
              <a:buChar char="§"/>
              <a:tabLst/>
              <a:defRPr lang="en-GB" sz="1400" dirty="0">
                <a:solidFill>
                  <a:srgbClr val="001A41"/>
                </a:solidFill>
                <a:latin typeface="+mn-lt"/>
              </a:defRPr>
            </a:lvl3pPr>
            <a:lvl4pPr marL="511175" indent="-146050">
              <a:lnSpc>
                <a:spcPct val="100000"/>
              </a:lnSpc>
              <a:spcAft>
                <a:spcPts val="1000"/>
              </a:spcAft>
              <a:buFont typeface="Wingdings" pitchFamily="2" charset="2"/>
              <a:buChar char="§"/>
              <a:tabLst/>
              <a:defRPr lang="en-GB" sz="1300" dirty="0">
                <a:solidFill>
                  <a:srgbClr val="001A41"/>
                </a:solidFill>
                <a:latin typeface="+mn-lt"/>
              </a:defRPr>
            </a:lvl4pPr>
            <a:lvl5pPr marL="650875" indent="-130175">
              <a:lnSpc>
                <a:spcPct val="100000"/>
              </a:lnSpc>
              <a:spcAft>
                <a:spcPts val="1000"/>
              </a:spcAft>
              <a:buFont typeface="Wingdings" pitchFamily="2" charset="2"/>
              <a:buChar char="§"/>
              <a:tabLst/>
              <a:defRPr lang="en-GB" sz="1200" dirty="0">
                <a:solidFill>
                  <a:srgbClr val="001A41"/>
                </a:solidFill>
                <a:latin typeface="+mn-lt"/>
              </a:defRPr>
            </a:lvl5pPr>
          </a:lstStyle>
          <a:p>
            <a:pPr lvl="0"/>
            <a:r>
              <a:rPr lang="en-GB" dirty="0"/>
              <a:t>Title text in bold</a:t>
            </a:r>
          </a:p>
          <a:p>
            <a:pPr lvl="1"/>
            <a:r>
              <a:rPr lang="en-GB" dirty="0"/>
              <a:t>Body copy in regular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FE8FF24-2ACE-5C48-962D-5ECB253E6178}"/>
              </a:ext>
            </a:extLst>
          </p:cNvPr>
          <p:cNvSpPr txBox="1"/>
          <p:nvPr userDrawn="1"/>
        </p:nvSpPr>
        <p:spPr>
          <a:xfrm>
            <a:off x="3959996" y="6951518"/>
            <a:ext cx="3303790" cy="195252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>
              <a:lnSpc>
                <a:spcPct val="110000"/>
              </a:lnSpc>
            </a:pPr>
            <a:r>
              <a:rPr lang="en-GB" sz="1000" b="1" dirty="0">
                <a:latin typeface="Century Gothic" panose="020B0502020202020204" pitchFamily="34" charset="0"/>
              </a:rPr>
              <a:t>To recolour an icon:</a:t>
            </a:r>
          </a:p>
          <a:p>
            <a:pPr marL="92075" indent="-92075" algn="l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GB" sz="1000" dirty="0">
                <a:latin typeface="Century Gothic" panose="020B0502020202020204" pitchFamily="34" charset="0"/>
              </a:rPr>
              <a:t>Click on icon</a:t>
            </a:r>
          </a:p>
          <a:p>
            <a:pPr marL="92075" indent="-92075" algn="l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GB" sz="1000" dirty="0">
                <a:latin typeface="Century Gothic" panose="020B0502020202020204" pitchFamily="34" charset="0"/>
              </a:rPr>
              <a:t>Go to ‘Graphics Format’ format tab</a:t>
            </a:r>
          </a:p>
          <a:p>
            <a:pPr marL="92075" indent="-92075" algn="l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GB" sz="1000" dirty="0">
                <a:latin typeface="Century Gothic" panose="020B0502020202020204" pitchFamily="34" charset="0"/>
              </a:rPr>
              <a:t>Click ‘Graphics Fill’</a:t>
            </a:r>
          </a:p>
          <a:p>
            <a:pPr marL="92075" indent="-92075" algn="l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GB" sz="1000" dirty="0">
                <a:latin typeface="Century Gothic" panose="020B0502020202020204" pitchFamily="34" charset="0"/>
              </a:rPr>
              <a:t>Select colour from dropdown brand colours</a:t>
            </a:r>
          </a:p>
          <a:p>
            <a:pPr marL="92075" indent="-92075" algn="l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GB" sz="1000" dirty="0">
                <a:latin typeface="Century Gothic" panose="020B0502020202020204" pitchFamily="34" charset="0"/>
              </a:rPr>
              <a:t>N.B. Only the following colourways should be used</a:t>
            </a:r>
          </a:p>
          <a:p>
            <a:pPr marL="549275" lvl="1" indent="-92075" algn="l">
              <a:lnSpc>
                <a:spcPct val="110000"/>
              </a:lnSpc>
              <a:buFont typeface="Arial" panose="020B0604020202020204" pitchFamily="34" charset="0"/>
              <a:buChar char="•"/>
              <a:tabLst>
                <a:tab pos="1549400" algn="l"/>
              </a:tabLst>
            </a:pPr>
            <a:r>
              <a:rPr lang="en-GB" sz="800" dirty="0">
                <a:latin typeface="Century Gothic" panose="020B0502020202020204" pitchFamily="34" charset="0"/>
              </a:rPr>
              <a:t>Dark blue b/ground	&gt; white icon (&amp; white text) </a:t>
            </a:r>
          </a:p>
          <a:p>
            <a:pPr marL="549275" marR="0" lvl="1" indent="-92075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>
                <a:tab pos="1549400" algn="l"/>
              </a:tabLst>
              <a:defRPr/>
            </a:pPr>
            <a:r>
              <a:rPr lang="en-GB" sz="800" dirty="0">
                <a:latin typeface="Century Gothic" panose="020B0502020202020204" pitchFamily="34" charset="0"/>
              </a:rPr>
              <a:t>Purple background 	&gt; white icon (&amp; white text) </a:t>
            </a:r>
          </a:p>
          <a:p>
            <a:pPr marL="549275" marR="0" lvl="1" indent="-92075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>
                <a:tab pos="1549400" algn="l"/>
              </a:tabLst>
              <a:defRPr/>
            </a:pPr>
            <a:r>
              <a:rPr lang="en-GB" sz="800" dirty="0">
                <a:latin typeface="Century Gothic" panose="020B0502020202020204" pitchFamily="34" charset="0"/>
              </a:rPr>
              <a:t>Eco blue b/ground 	&gt; dark blue icon (&amp; dark blue text) </a:t>
            </a:r>
          </a:p>
          <a:p>
            <a:pPr marL="549275" marR="0" lvl="1" indent="-92075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>
                <a:tab pos="1549400" algn="l"/>
              </a:tabLst>
              <a:defRPr/>
            </a:pPr>
            <a:r>
              <a:rPr lang="en-GB" sz="800" dirty="0">
                <a:latin typeface="Century Gothic" panose="020B0502020202020204" pitchFamily="34" charset="0"/>
              </a:rPr>
              <a:t>Yellow background	&gt; dark blue icon (&amp; dark blue text) </a:t>
            </a:r>
          </a:p>
          <a:p>
            <a:pPr marL="549275" marR="0" lvl="1" indent="-92075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>
                <a:tab pos="1549400" algn="l"/>
              </a:tabLst>
              <a:defRPr/>
            </a:pPr>
            <a:r>
              <a:rPr lang="en-GB" sz="800" dirty="0">
                <a:latin typeface="Century Gothic" panose="020B0502020202020204" pitchFamily="34" charset="0"/>
              </a:rPr>
              <a:t>Green background 	&gt; dark blue icon (&amp; dark blue text) </a:t>
            </a:r>
          </a:p>
          <a:p>
            <a:pPr marL="549275" marR="0" lvl="1" indent="-92075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>
                <a:tab pos="1549400" algn="l"/>
              </a:tabLst>
              <a:defRPr/>
            </a:pPr>
            <a:r>
              <a:rPr lang="en-GB" sz="800" dirty="0">
                <a:latin typeface="Century Gothic" panose="020B0502020202020204" pitchFamily="34" charset="0"/>
              </a:rPr>
              <a:t>White background 	&gt; dark blue icon (&amp; dark blue text)</a:t>
            </a:r>
          </a:p>
          <a:p>
            <a:pPr marL="549275" marR="0" lvl="1" indent="-92075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>
                <a:tab pos="1549400" algn="l"/>
              </a:tabLst>
              <a:defRPr/>
            </a:pPr>
            <a:r>
              <a:rPr lang="en-GB" sz="800" dirty="0">
                <a:latin typeface="Century Gothic" panose="020B0502020202020204" pitchFamily="34" charset="0"/>
              </a:rPr>
              <a:t>Pale grey b/ground	&gt; dark blue icon (&amp; dark blue text)</a:t>
            </a:r>
          </a:p>
        </p:txBody>
      </p:sp>
      <p:sp>
        <p:nvSpPr>
          <p:cNvPr id="3" name="Text Placeholder 7">
            <a:extLst>
              <a:ext uri="{FF2B5EF4-FFF2-40B4-BE49-F238E27FC236}">
                <a16:creationId xmlns:a16="http://schemas.microsoft.com/office/drawing/2014/main" id="{25ACCA63-B0B6-982D-A3BB-3DCEC4DCE979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720725" y="6482967"/>
            <a:ext cx="1240724" cy="123111"/>
          </a:xfrm>
        </p:spPr>
        <p:txBody>
          <a:bodyPr vert="horz" wrap="none" lIns="0" tIns="0" rIns="0" bIns="0" rtlCol="0" anchor="ctr">
            <a:sp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GB" sz="800" dirty="0"/>
            </a:lvl1pPr>
          </a:lstStyle>
          <a:p>
            <a:pPr lvl="0"/>
            <a:r>
              <a:rPr lang="en-GB" dirty="0"/>
              <a:t>Source &amp; footnotes field</a:t>
            </a:r>
          </a:p>
        </p:txBody>
      </p:sp>
    </p:spTree>
    <p:extLst>
      <p:ext uri="{BB962C8B-B14F-4D97-AF65-F5344CB8AC3E}">
        <p14:creationId xmlns:p14="http://schemas.microsoft.com/office/powerpoint/2010/main" val="310642437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Content Placeholder 16">
            <a:extLst>
              <a:ext uri="{FF2B5EF4-FFF2-40B4-BE49-F238E27FC236}">
                <a16:creationId xmlns:a16="http://schemas.microsoft.com/office/drawing/2014/main" id="{7C6097BA-7ABD-9D41-BC20-37DB0A74B6BC}"/>
              </a:ext>
            </a:extLst>
          </p:cNvPr>
          <p:cNvSpPr>
            <a:spLocks noGrp="1"/>
          </p:cNvSpPr>
          <p:nvPr>
            <p:ph idx="39" hasCustomPrompt="1"/>
          </p:nvPr>
        </p:nvSpPr>
        <p:spPr>
          <a:xfrm>
            <a:off x="6148799" y="1422000"/>
            <a:ext cx="5324399" cy="4852800"/>
          </a:xfrm>
          <a:custGeom>
            <a:avLst/>
            <a:gdLst>
              <a:gd name="connsiteX0" fmla="*/ 0 w 5324399"/>
              <a:gd name="connsiteY0" fmla="*/ 0 h 4852800"/>
              <a:gd name="connsiteX1" fmla="*/ 899999 w 5324399"/>
              <a:gd name="connsiteY1" fmla="*/ 0 h 4852800"/>
              <a:gd name="connsiteX2" fmla="*/ 1814400 w 5324399"/>
              <a:gd name="connsiteY2" fmla="*/ 0 h 4852800"/>
              <a:gd name="connsiteX3" fmla="*/ 2367688 w 5324399"/>
              <a:gd name="connsiteY3" fmla="*/ 0 h 4852800"/>
              <a:gd name="connsiteX4" fmla="*/ 2714399 w 5324399"/>
              <a:gd name="connsiteY4" fmla="*/ 0 h 4852800"/>
              <a:gd name="connsiteX5" fmla="*/ 3267687 w 5324399"/>
              <a:gd name="connsiteY5" fmla="*/ 0 h 4852800"/>
              <a:gd name="connsiteX6" fmla="*/ 4182088 w 5324399"/>
              <a:gd name="connsiteY6" fmla="*/ 0 h 4852800"/>
              <a:gd name="connsiteX7" fmla="*/ 5082087 w 5324399"/>
              <a:gd name="connsiteY7" fmla="*/ 0 h 4852800"/>
              <a:gd name="connsiteX8" fmla="*/ 5324399 w 5324399"/>
              <a:gd name="connsiteY8" fmla="*/ 242312 h 4852800"/>
              <a:gd name="connsiteX9" fmla="*/ 5324399 w 5324399"/>
              <a:gd name="connsiteY9" fmla="*/ 4852800 h 4852800"/>
              <a:gd name="connsiteX10" fmla="*/ 4424400 w 5324399"/>
              <a:gd name="connsiteY10" fmla="*/ 4852800 h 4852800"/>
              <a:gd name="connsiteX11" fmla="*/ 3509999 w 5324399"/>
              <a:gd name="connsiteY11" fmla="*/ 4852800 h 4852800"/>
              <a:gd name="connsiteX12" fmla="*/ 2714399 w 5324399"/>
              <a:gd name="connsiteY12" fmla="*/ 4852800 h 4852800"/>
              <a:gd name="connsiteX13" fmla="*/ 2610000 w 5324399"/>
              <a:gd name="connsiteY13" fmla="*/ 4852800 h 4852800"/>
              <a:gd name="connsiteX14" fmla="*/ 1814400 w 5324399"/>
              <a:gd name="connsiteY14" fmla="*/ 4852800 h 4852800"/>
              <a:gd name="connsiteX15" fmla="*/ 899999 w 5324399"/>
              <a:gd name="connsiteY15" fmla="*/ 4852800 h 4852800"/>
              <a:gd name="connsiteX16" fmla="*/ 0 w 5324399"/>
              <a:gd name="connsiteY16" fmla="*/ 4852800 h 4852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5324399" h="4852800">
                <a:moveTo>
                  <a:pt x="0" y="0"/>
                </a:moveTo>
                <a:lnTo>
                  <a:pt x="899999" y="0"/>
                </a:lnTo>
                <a:lnTo>
                  <a:pt x="1814400" y="0"/>
                </a:lnTo>
                <a:lnTo>
                  <a:pt x="2367688" y="0"/>
                </a:lnTo>
                <a:lnTo>
                  <a:pt x="2714399" y="0"/>
                </a:lnTo>
                <a:lnTo>
                  <a:pt x="3267687" y="0"/>
                </a:lnTo>
                <a:lnTo>
                  <a:pt x="4182088" y="0"/>
                </a:lnTo>
                <a:lnTo>
                  <a:pt x="5082087" y="0"/>
                </a:lnTo>
                <a:lnTo>
                  <a:pt x="5324399" y="242312"/>
                </a:lnTo>
                <a:lnTo>
                  <a:pt x="5324399" y="4852800"/>
                </a:lnTo>
                <a:lnTo>
                  <a:pt x="4424400" y="4852800"/>
                </a:lnTo>
                <a:lnTo>
                  <a:pt x="3509999" y="4852800"/>
                </a:lnTo>
                <a:lnTo>
                  <a:pt x="2714399" y="4852800"/>
                </a:lnTo>
                <a:lnTo>
                  <a:pt x="2610000" y="4852800"/>
                </a:lnTo>
                <a:lnTo>
                  <a:pt x="1814400" y="4852800"/>
                </a:lnTo>
                <a:lnTo>
                  <a:pt x="899999" y="4852800"/>
                </a:lnTo>
                <a:lnTo>
                  <a:pt x="0" y="4852800"/>
                </a:lnTo>
                <a:close/>
              </a:path>
            </a:pathLst>
          </a:custGeom>
          <a:solidFill>
            <a:schemeClr val="accent2"/>
          </a:solidFill>
          <a:ln w="9508" cap="flat">
            <a:noFill/>
            <a:prstDash val="solid"/>
            <a:miter/>
          </a:ln>
        </p:spPr>
        <p:txBody>
          <a:bodyPr wrap="square" lIns="180000" tIns="144000" rIns="180000" bIns="144000" rtlCol="0" anchor="t">
            <a:noAutofit/>
          </a:bodyPr>
          <a:lstStyle>
            <a:lvl1pPr marL="0" indent="0">
              <a:lnSpc>
                <a:spcPct val="100000"/>
              </a:lnSpc>
              <a:spcAft>
                <a:spcPts val="1000"/>
              </a:spcAft>
              <a:buNone/>
              <a:defRPr lang="en-GB" sz="1800" b="1" dirty="0">
                <a:solidFill>
                  <a:srgbClr val="001A41"/>
                </a:solidFill>
                <a:latin typeface="+mn-lt"/>
              </a:defRPr>
            </a:lvl1pPr>
            <a:lvl2pPr marL="177800" indent="-177800">
              <a:lnSpc>
                <a:spcPct val="100000"/>
              </a:lnSpc>
              <a:spcAft>
                <a:spcPts val="1000"/>
              </a:spcAft>
              <a:buFont typeface="Wingdings" pitchFamily="2" charset="2"/>
              <a:buChar char="§"/>
              <a:tabLst/>
              <a:defRPr lang="en-GB" sz="1600" dirty="0">
                <a:solidFill>
                  <a:srgbClr val="001A41"/>
                </a:solidFill>
                <a:latin typeface="+mn-lt"/>
              </a:defRPr>
            </a:lvl2pPr>
            <a:lvl3pPr marL="342900" indent="-161925">
              <a:lnSpc>
                <a:spcPct val="100000"/>
              </a:lnSpc>
              <a:spcAft>
                <a:spcPts val="1000"/>
              </a:spcAft>
              <a:buFont typeface="Wingdings" pitchFamily="2" charset="2"/>
              <a:buChar char="§"/>
              <a:tabLst/>
              <a:defRPr lang="en-GB" sz="1400" dirty="0">
                <a:solidFill>
                  <a:srgbClr val="001A41"/>
                </a:solidFill>
                <a:latin typeface="+mn-lt"/>
              </a:defRPr>
            </a:lvl3pPr>
            <a:lvl4pPr marL="511175" indent="-146050">
              <a:lnSpc>
                <a:spcPct val="100000"/>
              </a:lnSpc>
              <a:spcAft>
                <a:spcPts val="1000"/>
              </a:spcAft>
              <a:buFont typeface="Wingdings" pitchFamily="2" charset="2"/>
              <a:buChar char="§"/>
              <a:tabLst/>
              <a:defRPr lang="en-GB" sz="1300" dirty="0">
                <a:solidFill>
                  <a:srgbClr val="001A41"/>
                </a:solidFill>
                <a:latin typeface="+mn-lt"/>
              </a:defRPr>
            </a:lvl4pPr>
            <a:lvl5pPr marL="650875" indent="-130175">
              <a:lnSpc>
                <a:spcPct val="100000"/>
              </a:lnSpc>
              <a:spcAft>
                <a:spcPts val="1000"/>
              </a:spcAft>
              <a:buFont typeface="Wingdings" pitchFamily="2" charset="2"/>
              <a:buChar char="§"/>
              <a:tabLst/>
              <a:defRPr lang="en-GB" sz="1200" dirty="0">
                <a:solidFill>
                  <a:srgbClr val="001A41"/>
                </a:solidFill>
                <a:latin typeface="+mn-lt"/>
              </a:defRPr>
            </a:lvl5pPr>
          </a:lstStyle>
          <a:p>
            <a:pPr lvl="0"/>
            <a:r>
              <a:rPr lang="en-GB" dirty="0"/>
              <a:t>Title text in bold</a:t>
            </a:r>
          </a:p>
          <a:p>
            <a:pPr lvl="1"/>
            <a:r>
              <a:rPr lang="en-GB" dirty="0"/>
              <a:t>Body copy in regular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sp>
        <p:nvSpPr>
          <p:cNvPr id="16" name="Content Placeholder 15">
            <a:extLst>
              <a:ext uri="{FF2B5EF4-FFF2-40B4-BE49-F238E27FC236}">
                <a16:creationId xmlns:a16="http://schemas.microsoft.com/office/drawing/2014/main" id="{02EC8DA9-20A5-8A41-84C0-4F0FAF90B006}"/>
              </a:ext>
            </a:extLst>
          </p:cNvPr>
          <p:cNvSpPr>
            <a:spLocks noGrp="1"/>
          </p:cNvSpPr>
          <p:nvPr>
            <p:ph idx="38" hasCustomPrompt="1"/>
          </p:nvPr>
        </p:nvSpPr>
        <p:spPr>
          <a:xfrm>
            <a:off x="720000" y="1422000"/>
            <a:ext cx="5324399" cy="4852800"/>
          </a:xfrm>
          <a:custGeom>
            <a:avLst/>
            <a:gdLst>
              <a:gd name="connsiteX0" fmla="*/ 0 w 5324399"/>
              <a:gd name="connsiteY0" fmla="*/ 0 h 4852800"/>
              <a:gd name="connsiteX1" fmla="*/ 899999 w 5324399"/>
              <a:gd name="connsiteY1" fmla="*/ 0 h 4852800"/>
              <a:gd name="connsiteX2" fmla="*/ 1814400 w 5324399"/>
              <a:gd name="connsiteY2" fmla="*/ 0 h 4852800"/>
              <a:gd name="connsiteX3" fmla="*/ 2367688 w 5324399"/>
              <a:gd name="connsiteY3" fmla="*/ 0 h 4852800"/>
              <a:gd name="connsiteX4" fmla="*/ 2714399 w 5324399"/>
              <a:gd name="connsiteY4" fmla="*/ 0 h 4852800"/>
              <a:gd name="connsiteX5" fmla="*/ 3267687 w 5324399"/>
              <a:gd name="connsiteY5" fmla="*/ 0 h 4852800"/>
              <a:gd name="connsiteX6" fmla="*/ 4182088 w 5324399"/>
              <a:gd name="connsiteY6" fmla="*/ 0 h 4852800"/>
              <a:gd name="connsiteX7" fmla="*/ 5082087 w 5324399"/>
              <a:gd name="connsiteY7" fmla="*/ 0 h 4852800"/>
              <a:gd name="connsiteX8" fmla="*/ 5324399 w 5324399"/>
              <a:gd name="connsiteY8" fmla="*/ 242312 h 4852800"/>
              <a:gd name="connsiteX9" fmla="*/ 5324399 w 5324399"/>
              <a:gd name="connsiteY9" fmla="*/ 4852800 h 4852800"/>
              <a:gd name="connsiteX10" fmla="*/ 4424400 w 5324399"/>
              <a:gd name="connsiteY10" fmla="*/ 4852800 h 4852800"/>
              <a:gd name="connsiteX11" fmla="*/ 3509999 w 5324399"/>
              <a:gd name="connsiteY11" fmla="*/ 4852800 h 4852800"/>
              <a:gd name="connsiteX12" fmla="*/ 2714399 w 5324399"/>
              <a:gd name="connsiteY12" fmla="*/ 4852800 h 4852800"/>
              <a:gd name="connsiteX13" fmla="*/ 2610000 w 5324399"/>
              <a:gd name="connsiteY13" fmla="*/ 4852800 h 4852800"/>
              <a:gd name="connsiteX14" fmla="*/ 1814400 w 5324399"/>
              <a:gd name="connsiteY14" fmla="*/ 4852800 h 4852800"/>
              <a:gd name="connsiteX15" fmla="*/ 899999 w 5324399"/>
              <a:gd name="connsiteY15" fmla="*/ 4852800 h 4852800"/>
              <a:gd name="connsiteX16" fmla="*/ 0 w 5324399"/>
              <a:gd name="connsiteY16" fmla="*/ 4852800 h 4852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5324399" h="4852800">
                <a:moveTo>
                  <a:pt x="0" y="0"/>
                </a:moveTo>
                <a:lnTo>
                  <a:pt x="899999" y="0"/>
                </a:lnTo>
                <a:lnTo>
                  <a:pt x="1814400" y="0"/>
                </a:lnTo>
                <a:lnTo>
                  <a:pt x="2367688" y="0"/>
                </a:lnTo>
                <a:lnTo>
                  <a:pt x="2714399" y="0"/>
                </a:lnTo>
                <a:lnTo>
                  <a:pt x="3267687" y="0"/>
                </a:lnTo>
                <a:lnTo>
                  <a:pt x="4182088" y="0"/>
                </a:lnTo>
                <a:lnTo>
                  <a:pt x="5082087" y="0"/>
                </a:lnTo>
                <a:lnTo>
                  <a:pt x="5324399" y="242312"/>
                </a:lnTo>
                <a:lnTo>
                  <a:pt x="5324399" y="4852800"/>
                </a:lnTo>
                <a:lnTo>
                  <a:pt x="4424400" y="4852800"/>
                </a:lnTo>
                <a:lnTo>
                  <a:pt x="3509999" y="4852800"/>
                </a:lnTo>
                <a:lnTo>
                  <a:pt x="2714399" y="4852800"/>
                </a:lnTo>
                <a:lnTo>
                  <a:pt x="2610000" y="4852800"/>
                </a:lnTo>
                <a:lnTo>
                  <a:pt x="1814400" y="4852800"/>
                </a:lnTo>
                <a:lnTo>
                  <a:pt x="899999" y="4852800"/>
                </a:lnTo>
                <a:lnTo>
                  <a:pt x="0" y="4852800"/>
                </a:lnTo>
                <a:close/>
              </a:path>
            </a:pathLst>
          </a:custGeom>
          <a:solidFill>
            <a:schemeClr val="bg2"/>
          </a:solidFill>
          <a:ln w="9508" cap="flat">
            <a:noFill/>
            <a:prstDash val="solid"/>
            <a:miter/>
          </a:ln>
        </p:spPr>
        <p:txBody>
          <a:bodyPr wrap="square" lIns="180000" tIns="144000" rIns="180000" bIns="144000" rtlCol="0" anchor="t">
            <a:noAutofit/>
          </a:bodyPr>
          <a:lstStyle>
            <a:lvl1pPr marL="0" indent="0">
              <a:lnSpc>
                <a:spcPct val="100000"/>
              </a:lnSpc>
              <a:spcAft>
                <a:spcPts val="1000"/>
              </a:spcAft>
              <a:buNone/>
              <a:defRPr lang="en-GB" sz="1800" b="1" dirty="0">
                <a:solidFill>
                  <a:srgbClr val="001A41"/>
                </a:solidFill>
                <a:latin typeface="+mn-lt"/>
              </a:defRPr>
            </a:lvl1pPr>
            <a:lvl2pPr marL="177800" indent="-177800">
              <a:lnSpc>
                <a:spcPct val="100000"/>
              </a:lnSpc>
              <a:spcAft>
                <a:spcPts val="1000"/>
              </a:spcAft>
              <a:buFont typeface="Wingdings" pitchFamily="2" charset="2"/>
              <a:buChar char="§"/>
              <a:tabLst/>
              <a:defRPr lang="en-GB" sz="1600" dirty="0">
                <a:solidFill>
                  <a:srgbClr val="001A41"/>
                </a:solidFill>
                <a:latin typeface="+mn-lt"/>
              </a:defRPr>
            </a:lvl2pPr>
            <a:lvl3pPr marL="342900" indent="-161925">
              <a:lnSpc>
                <a:spcPct val="100000"/>
              </a:lnSpc>
              <a:spcAft>
                <a:spcPts val="1000"/>
              </a:spcAft>
              <a:buFont typeface="Wingdings" pitchFamily="2" charset="2"/>
              <a:buChar char="§"/>
              <a:tabLst/>
              <a:defRPr lang="en-GB" sz="1400" dirty="0">
                <a:solidFill>
                  <a:srgbClr val="001A41"/>
                </a:solidFill>
                <a:latin typeface="+mn-lt"/>
              </a:defRPr>
            </a:lvl3pPr>
            <a:lvl4pPr marL="511175" indent="-146050">
              <a:lnSpc>
                <a:spcPct val="100000"/>
              </a:lnSpc>
              <a:spcAft>
                <a:spcPts val="1000"/>
              </a:spcAft>
              <a:buFont typeface="Wingdings" pitchFamily="2" charset="2"/>
              <a:buChar char="§"/>
              <a:tabLst/>
              <a:defRPr lang="en-GB" sz="1300" dirty="0">
                <a:solidFill>
                  <a:srgbClr val="001A41"/>
                </a:solidFill>
                <a:latin typeface="+mn-lt"/>
              </a:defRPr>
            </a:lvl4pPr>
            <a:lvl5pPr marL="650875" indent="-130175">
              <a:lnSpc>
                <a:spcPct val="100000"/>
              </a:lnSpc>
              <a:spcAft>
                <a:spcPts val="1000"/>
              </a:spcAft>
              <a:buFont typeface="Wingdings" pitchFamily="2" charset="2"/>
              <a:buChar char="§"/>
              <a:tabLst/>
              <a:defRPr lang="en-GB" sz="1200" dirty="0">
                <a:solidFill>
                  <a:srgbClr val="001A41"/>
                </a:solidFill>
                <a:latin typeface="+mn-lt"/>
              </a:defRPr>
            </a:lvl5pPr>
          </a:lstStyle>
          <a:p>
            <a:pPr lvl="0"/>
            <a:r>
              <a:rPr lang="en-GB" dirty="0"/>
              <a:t>Title text in bold</a:t>
            </a:r>
          </a:p>
          <a:p>
            <a:pPr lvl="1"/>
            <a:r>
              <a:rPr lang="en-GB" dirty="0"/>
              <a:t>Body copy in regular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9FE3F5C-E3AD-FD4F-9A1F-A65583F6D2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9998" y="540000"/>
            <a:ext cx="10753200" cy="392415"/>
          </a:xfrm>
        </p:spPr>
        <p:txBody>
          <a:bodyPr vert="horz" wrap="square" lIns="0" tIns="0" rIns="0" bIns="0" rtlCol="0" anchor="t" anchorCtr="0">
            <a:spAutoFit/>
          </a:bodyPr>
          <a:lstStyle>
            <a:lvl1pPr>
              <a:defRPr lang="en-GB" b="1" i="0" dirty="0">
                <a:solidFill>
                  <a:srgbClr val="001A41"/>
                </a:solidFill>
                <a:latin typeface="+mj-lt"/>
              </a:defRPr>
            </a:lvl1pPr>
          </a:lstStyle>
          <a:p>
            <a:pPr lvl="0"/>
            <a:r>
              <a:rPr lang="en-GB" dirty="0"/>
              <a:t>Click to edit Master 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FEBE12E-0BB8-084C-8E0C-B66521896E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0" i="0">
                <a:solidFill>
                  <a:srgbClr val="001A41"/>
                </a:solidFill>
                <a:latin typeface="+mn-lt"/>
              </a:defRPr>
            </a:lvl1pPr>
          </a:lstStyle>
          <a:p>
            <a:r>
              <a:rPr lang="en-GB"/>
              <a:t>Inchcape</a:t>
            </a:r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4ABD9E-BD09-504D-9726-FF0CEFC20D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0" i="0">
                <a:solidFill>
                  <a:srgbClr val="001A41"/>
                </a:solidFill>
                <a:latin typeface="+mn-lt"/>
              </a:defRPr>
            </a:lvl1pPr>
          </a:lstStyle>
          <a:p>
            <a:fld id="{9A24425F-4E86-FA46-A893-E19B561985DA}" type="slidenum">
              <a:rPr lang="en-GB" smtClean="0"/>
              <a:pPr/>
              <a:t>‹Nº›</a:t>
            </a:fld>
            <a:endParaRPr lang="en-GB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08FE1C2-F5F5-7249-A18C-A6C859E6A15A}"/>
              </a:ext>
            </a:extLst>
          </p:cNvPr>
          <p:cNvSpPr txBox="1"/>
          <p:nvPr userDrawn="1"/>
        </p:nvSpPr>
        <p:spPr>
          <a:xfrm>
            <a:off x="719996" y="6951518"/>
            <a:ext cx="3029044" cy="134030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>
              <a:lnSpc>
                <a:spcPct val="110000"/>
              </a:lnSpc>
            </a:pPr>
            <a:r>
              <a:rPr lang="en-GB" sz="1000" b="1" dirty="0">
                <a:latin typeface="Century Gothic" panose="020B0502020202020204" pitchFamily="34" charset="0"/>
              </a:rPr>
              <a:t>To swap an icon:</a:t>
            </a:r>
          </a:p>
          <a:p>
            <a:pPr marL="92075" indent="-92075" algn="l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GB" sz="1000" dirty="0">
                <a:latin typeface="Century Gothic" panose="020B0502020202020204" pitchFamily="34" charset="0"/>
              </a:rPr>
              <a:t>Delete icon</a:t>
            </a:r>
          </a:p>
          <a:p>
            <a:pPr marL="92075" indent="-92075" algn="l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GB" sz="1000" dirty="0">
                <a:latin typeface="Century Gothic" panose="020B0502020202020204" pitchFamily="34" charset="0"/>
              </a:rPr>
              <a:t>Go to ‘Icon Library’ in Asset library section</a:t>
            </a:r>
          </a:p>
          <a:p>
            <a:pPr marL="92075" indent="-92075" algn="l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GB" sz="1000" dirty="0">
                <a:latin typeface="Century Gothic" panose="020B0502020202020204" pitchFamily="34" charset="0"/>
              </a:rPr>
              <a:t>Click chosen icon</a:t>
            </a:r>
          </a:p>
          <a:p>
            <a:pPr marL="92075" indent="-92075" algn="l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GB" sz="1000" dirty="0">
                <a:latin typeface="Century Gothic" panose="020B0502020202020204" pitchFamily="34" charset="0"/>
              </a:rPr>
              <a:t>Copy</a:t>
            </a:r>
          </a:p>
          <a:p>
            <a:pPr marL="92075" indent="-92075" algn="l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GB" sz="1000" dirty="0">
                <a:latin typeface="Century Gothic" panose="020B0502020202020204" pitchFamily="34" charset="0"/>
              </a:rPr>
              <a:t>Return to content slide</a:t>
            </a:r>
          </a:p>
          <a:p>
            <a:pPr marL="92075" indent="-92075" algn="l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GB" sz="1000" dirty="0">
                <a:latin typeface="Century Gothic" panose="020B0502020202020204" pitchFamily="34" charset="0"/>
              </a:rPr>
              <a:t>Click on placeholder</a:t>
            </a:r>
          </a:p>
          <a:p>
            <a:pPr marL="92075" indent="-92075" algn="l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GB" sz="1000" dirty="0">
                <a:latin typeface="Century Gothic" panose="020B0502020202020204" pitchFamily="34" charset="0"/>
              </a:rPr>
              <a:t>Paste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0F422F9-E2B2-B048-96F7-8F6AC35CA40A}"/>
              </a:ext>
            </a:extLst>
          </p:cNvPr>
          <p:cNvSpPr txBox="1"/>
          <p:nvPr userDrawn="1"/>
        </p:nvSpPr>
        <p:spPr>
          <a:xfrm>
            <a:off x="3959996" y="6951518"/>
            <a:ext cx="3303790" cy="195252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>
              <a:lnSpc>
                <a:spcPct val="110000"/>
              </a:lnSpc>
            </a:pPr>
            <a:r>
              <a:rPr lang="en-GB" sz="1000" b="1" dirty="0">
                <a:latin typeface="Century Gothic" panose="020B0502020202020204" pitchFamily="34" charset="0"/>
              </a:rPr>
              <a:t>To recolour an icon:</a:t>
            </a:r>
          </a:p>
          <a:p>
            <a:pPr marL="92075" indent="-92075" algn="l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GB" sz="1000" dirty="0">
                <a:latin typeface="Century Gothic" panose="020B0502020202020204" pitchFamily="34" charset="0"/>
              </a:rPr>
              <a:t>Click on icon</a:t>
            </a:r>
          </a:p>
          <a:p>
            <a:pPr marL="92075" indent="-92075" algn="l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GB" sz="1000" dirty="0">
                <a:latin typeface="Century Gothic" panose="020B0502020202020204" pitchFamily="34" charset="0"/>
              </a:rPr>
              <a:t>Go to ‘Graphics Format’ format tab</a:t>
            </a:r>
          </a:p>
          <a:p>
            <a:pPr marL="92075" indent="-92075" algn="l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GB" sz="1000" dirty="0">
                <a:latin typeface="Century Gothic" panose="020B0502020202020204" pitchFamily="34" charset="0"/>
              </a:rPr>
              <a:t>Click ‘Graphics Fill’</a:t>
            </a:r>
          </a:p>
          <a:p>
            <a:pPr marL="92075" indent="-92075" algn="l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GB" sz="1000" dirty="0">
                <a:latin typeface="Century Gothic" panose="020B0502020202020204" pitchFamily="34" charset="0"/>
              </a:rPr>
              <a:t>Select colour from dropdown brand colours</a:t>
            </a:r>
          </a:p>
          <a:p>
            <a:pPr marL="92075" indent="-92075" algn="l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GB" sz="1000" dirty="0">
                <a:latin typeface="Century Gothic" panose="020B0502020202020204" pitchFamily="34" charset="0"/>
              </a:rPr>
              <a:t>N.B. Only the following colourways should be used</a:t>
            </a:r>
          </a:p>
          <a:p>
            <a:pPr marL="549275" lvl="1" indent="-92075" algn="l">
              <a:lnSpc>
                <a:spcPct val="110000"/>
              </a:lnSpc>
              <a:buFont typeface="Arial" panose="020B0604020202020204" pitchFamily="34" charset="0"/>
              <a:buChar char="•"/>
              <a:tabLst>
                <a:tab pos="1549400" algn="l"/>
              </a:tabLst>
            </a:pPr>
            <a:r>
              <a:rPr lang="en-GB" sz="800" dirty="0">
                <a:latin typeface="Century Gothic" panose="020B0502020202020204" pitchFamily="34" charset="0"/>
              </a:rPr>
              <a:t>Dark blue b/ground	&gt; white icon (&amp; white text) </a:t>
            </a:r>
          </a:p>
          <a:p>
            <a:pPr marL="549275" marR="0" lvl="1" indent="-92075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>
                <a:tab pos="1549400" algn="l"/>
              </a:tabLst>
              <a:defRPr/>
            </a:pPr>
            <a:r>
              <a:rPr lang="en-GB" sz="800" dirty="0">
                <a:latin typeface="Century Gothic" panose="020B0502020202020204" pitchFamily="34" charset="0"/>
              </a:rPr>
              <a:t>Purple background 	&gt; white icon (&amp; white text) </a:t>
            </a:r>
          </a:p>
          <a:p>
            <a:pPr marL="549275" marR="0" lvl="1" indent="-92075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>
                <a:tab pos="1549400" algn="l"/>
              </a:tabLst>
              <a:defRPr/>
            </a:pPr>
            <a:r>
              <a:rPr lang="en-GB" sz="800" dirty="0">
                <a:latin typeface="Century Gothic" panose="020B0502020202020204" pitchFamily="34" charset="0"/>
              </a:rPr>
              <a:t>Eco blue b/ground 	&gt; dark blue icon (&amp; dark blue text) </a:t>
            </a:r>
          </a:p>
          <a:p>
            <a:pPr marL="549275" marR="0" lvl="1" indent="-92075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>
                <a:tab pos="1549400" algn="l"/>
              </a:tabLst>
              <a:defRPr/>
            </a:pPr>
            <a:r>
              <a:rPr lang="en-GB" sz="800" dirty="0">
                <a:latin typeface="Century Gothic" panose="020B0502020202020204" pitchFamily="34" charset="0"/>
              </a:rPr>
              <a:t>Yellow background	&gt; dark blue icon (&amp; dark blue text) </a:t>
            </a:r>
          </a:p>
          <a:p>
            <a:pPr marL="549275" marR="0" lvl="1" indent="-92075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>
                <a:tab pos="1549400" algn="l"/>
              </a:tabLst>
              <a:defRPr/>
            </a:pPr>
            <a:r>
              <a:rPr lang="en-GB" sz="800" dirty="0">
                <a:latin typeface="Century Gothic" panose="020B0502020202020204" pitchFamily="34" charset="0"/>
              </a:rPr>
              <a:t>Green background 	&gt; dark blue icon (&amp; dark blue text) </a:t>
            </a:r>
          </a:p>
          <a:p>
            <a:pPr marL="549275" marR="0" lvl="1" indent="-92075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>
                <a:tab pos="1549400" algn="l"/>
              </a:tabLst>
              <a:defRPr/>
            </a:pPr>
            <a:r>
              <a:rPr lang="en-GB" sz="800" dirty="0">
                <a:latin typeface="Century Gothic" panose="020B0502020202020204" pitchFamily="34" charset="0"/>
              </a:rPr>
              <a:t>White background 	&gt; dark blue icon (&amp; dark blue text)</a:t>
            </a:r>
          </a:p>
          <a:p>
            <a:pPr marL="549275" marR="0" lvl="1" indent="-92075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>
                <a:tab pos="1549400" algn="l"/>
              </a:tabLst>
              <a:defRPr/>
            </a:pPr>
            <a:r>
              <a:rPr lang="en-GB" sz="800" dirty="0">
                <a:latin typeface="Century Gothic" panose="020B0502020202020204" pitchFamily="34" charset="0"/>
              </a:rPr>
              <a:t>Pale grey b/ground	&gt; dark blue icon (&amp; dark blue text)</a:t>
            </a:r>
          </a:p>
        </p:txBody>
      </p:sp>
      <p:sp>
        <p:nvSpPr>
          <p:cNvPr id="3" name="Text Placeholder 7">
            <a:extLst>
              <a:ext uri="{FF2B5EF4-FFF2-40B4-BE49-F238E27FC236}">
                <a16:creationId xmlns:a16="http://schemas.microsoft.com/office/drawing/2014/main" id="{849F77F8-47C6-7BEB-6ED6-E331CBE6FD6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20725" y="6482967"/>
            <a:ext cx="1240724" cy="123111"/>
          </a:xfrm>
        </p:spPr>
        <p:txBody>
          <a:bodyPr vert="horz" wrap="none" lIns="0" tIns="0" rIns="0" bIns="0" rtlCol="0" anchor="ctr">
            <a:sp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GB" sz="800" dirty="0">
                <a:solidFill>
                  <a:srgbClr val="001A41"/>
                </a:solidFill>
              </a:defRPr>
            </a:lvl1pPr>
          </a:lstStyle>
          <a:p>
            <a:pPr lvl="0"/>
            <a:r>
              <a:rPr lang="en-GB" dirty="0"/>
              <a:t>Source &amp; footnotes field</a:t>
            </a:r>
          </a:p>
        </p:txBody>
      </p:sp>
    </p:spTree>
    <p:extLst>
      <p:ext uri="{BB962C8B-B14F-4D97-AF65-F5344CB8AC3E}">
        <p14:creationId xmlns:p14="http://schemas.microsoft.com/office/powerpoint/2010/main" val="3997461007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adra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Content Placeholder 26">
            <a:extLst>
              <a:ext uri="{FF2B5EF4-FFF2-40B4-BE49-F238E27FC236}">
                <a16:creationId xmlns:a16="http://schemas.microsoft.com/office/drawing/2014/main" id="{5BB9B382-EA58-8D44-B68A-32F777E7E666}"/>
              </a:ext>
            </a:extLst>
          </p:cNvPr>
          <p:cNvSpPr>
            <a:spLocks noGrp="1"/>
          </p:cNvSpPr>
          <p:nvPr>
            <p:ph idx="38" hasCustomPrompt="1"/>
          </p:nvPr>
        </p:nvSpPr>
        <p:spPr>
          <a:xfrm>
            <a:off x="6148798" y="1422400"/>
            <a:ext cx="5324400" cy="2376000"/>
          </a:xfrm>
          <a:custGeom>
            <a:avLst/>
            <a:gdLst>
              <a:gd name="connsiteX0" fmla="*/ 0 w 5324400"/>
              <a:gd name="connsiteY0" fmla="*/ 0 h 2376000"/>
              <a:gd name="connsiteX1" fmla="*/ 4928392 w 5324400"/>
              <a:gd name="connsiteY1" fmla="*/ 0 h 2376000"/>
              <a:gd name="connsiteX2" fmla="*/ 5081692 w 5324400"/>
              <a:gd name="connsiteY2" fmla="*/ 0 h 2376000"/>
              <a:gd name="connsiteX3" fmla="*/ 5324400 w 5324400"/>
              <a:gd name="connsiteY3" fmla="*/ 242708 h 2376000"/>
              <a:gd name="connsiteX4" fmla="*/ 5324400 w 5324400"/>
              <a:gd name="connsiteY4" fmla="*/ 396008 h 2376000"/>
              <a:gd name="connsiteX5" fmla="*/ 5324400 w 5324400"/>
              <a:gd name="connsiteY5" fmla="*/ 2376000 h 2376000"/>
              <a:gd name="connsiteX6" fmla="*/ 0 w 5324400"/>
              <a:gd name="connsiteY6" fmla="*/ 2376000 h 237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324400" h="2376000">
                <a:moveTo>
                  <a:pt x="0" y="0"/>
                </a:moveTo>
                <a:lnTo>
                  <a:pt x="4928392" y="0"/>
                </a:lnTo>
                <a:lnTo>
                  <a:pt x="5081692" y="0"/>
                </a:lnTo>
                <a:lnTo>
                  <a:pt x="5324400" y="242708"/>
                </a:lnTo>
                <a:lnTo>
                  <a:pt x="5324400" y="396008"/>
                </a:lnTo>
                <a:lnTo>
                  <a:pt x="5324400" y="2376000"/>
                </a:lnTo>
                <a:lnTo>
                  <a:pt x="0" y="2376000"/>
                </a:lnTo>
                <a:close/>
              </a:path>
            </a:pathLst>
          </a:custGeom>
          <a:solidFill>
            <a:schemeClr val="accent6"/>
          </a:solidFill>
          <a:ln w="9508" cap="flat">
            <a:noFill/>
            <a:prstDash val="solid"/>
            <a:miter/>
          </a:ln>
        </p:spPr>
        <p:txBody>
          <a:bodyPr vert="horz" wrap="square" lIns="180000" tIns="144000" rIns="180000" bIns="144000" rtlCol="0" anchor="t">
            <a:noAutofit/>
          </a:bodyPr>
          <a:lstStyle>
            <a:lvl1pPr marL="0" indent="0">
              <a:buNone/>
              <a:defRPr lang="en-GB" sz="1800" b="1" dirty="0">
                <a:solidFill>
                  <a:srgbClr val="001A41"/>
                </a:solidFill>
                <a:latin typeface="+mn-lt"/>
              </a:defRPr>
            </a:lvl1pPr>
            <a:lvl2pPr marL="176400" indent="-176400">
              <a:tabLst/>
              <a:defRPr lang="en-GB" sz="1600" dirty="0">
                <a:solidFill>
                  <a:srgbClr val="001A41"/>
                </a:solidFill>
                <a:latin typeface="+mn-lt"/>
              </a:defRPr>
            </a:lvl2pPr>
            <a:lvl3pPr marL="342000" indent="-162000">
              <a:tabLst/>
              <a:defRPr lang="en-GB" sz="1400" dirty="0">
                <a:solidFill>
                  <a:srgbClr val="001A41"/>
                </a:solidFill>
                <a:latin typeface="+mn-lt"/>
              </a:defRPr>
            </a:lvl3pPr>
            <a:lvl4pPr marL="511200" indent="-147600">
              <a:tabLst/>
              <a:defRPr lang="en-GB" sz="1300" dirty="0">
                <a:solidFill>
                  <a:srgbClr val="001A41"/>
                </a:solidFill>
                <a:latin typeface="+mn-lt"/>
              </a:defRPr>
            </a:lvl4pPr>
            <a:lvl5pPr marL="651600" indent="-129600">
              <a:tabLst/>
              <a:defRPr lang="en-GB" sz="1200" dirty="0">
                <a:solidFill>
                  <a:srgbClr val="001A41"/>
                </a:solidFill>
                <a:latin typeface="+mn-lt"/>
              </a:defRPr>
            </a:lvl5pPr>
          </a:lstStyle>
          <a:p>
            <a:pPr marL="180000" lvl="0" indent="-180000"/>
            <a:r>
              <a:rPr lang="en-GB" dirty="0"/>
              <a:t>Title text in bold</a:t>
            </a:r>
          </a:p>
          <a:p>
            <a:pPr marL="177800" lvl="1" indent="-177800"/>
            <a:r>
              <a:rPr lang="en-GB" dirty="0"/>
              <a:t>Second level</a:t>
            </a:r>
          </a:p>
          <a:p>
            <a:pPr marL="342900" lvl="2" indent="-161925"/>
            <a:r>
              <a:rPr lang="en-GB" dirty="0"/>
              <a:t>Third level</a:t>
            </a:r>
          </a:p>
          <a:p>
            <a:pPr marL="511175" lvl="3" indent="-146050"/>
            <a:r>
              <a:rPr lang="en-GB" dirty="0"/>
              <a:t>Fourth level</a:t>
            </a:r>
          </a:p>
          <a:p>
            <a:pPr marL="650875" lvl="4" indent="-130175"/>
            <a:r>
              <a:rPr lang="en-GB" dirty="0"/>
              <a:t>Fifth level</a:t>
            </a:r>
          </a:p>
        </p:txBody>
      </p:sp>
      <p:sp>
        <p:nvSpPr>
          <p:cNvPr id="26" name="Content Placeholder 25">
            <a:extLst>
              <a:ext uri="{FF2B5EF4-FFF2-40B4-BE49-F238E27FC236}">
                <a16:creationId xmlns:a16="http://schemas.microsoft.com/office/drawing/2014/main" id="{936592B4-1241-354F-B755-C7B190551361}"/>
              </a:ext>
            </a:extLst>
          </p:cNvPr>
          <p:cNvSpPr>
            <a:spLocks noGrp="1"/>
          </p:cNvSpPr>
          <p:nvPr>
            <p:ph idx="37" hasCustomPrompt="1"/>
          </p:nvPr>
        </p:nvSpPr>
        <p:spPr>
          <a:xfrm>
            <a:off x="6148798" y="3897800"/>
            <a:ext cx="5324400" cy="2376000"/>
          </a:xfrm>
          <a:custGeom>
            <a:avLst/>
            <a:gdLst>
              <a:gd name="connsiteX0" fmla="*/ 0 w 5324400"/>
              <a:gd name="connsiteY0" fmla="*/ 0 h 2376000"/>
              <a:gd name="connsiteX1" fmla="*/ 4928392 w 5324400"/>
              <a:gd name="connsiteY1" fmla="*/ 0 h 2376000"/>
              <a:gd name="connsiteX2" fmla="*/ 5081692 w 5324400"/>
              <a:gd name="connsiteY2" fmla="*/ 0 h 2376000"/>
              <a:gd name="connsiteX3" fmla="*/ 5324400 w 5324400"/>
              <a:gd name="connsiteY3" fmla="*/ 242708 h 2376000"/>
              <a:gd name="connsiteX4" fmla="*/ 5324400 w 5324400"/>
              <a:gd name="connsiteY4" fmla="*/ 396008 h 2376000"/>
              <a:gd name="connsiteX5" fmla="*/ 5324400 w 5324400"/>
              <a:gd name="connsiteY5" fmla="*/ 2376000 h 2376000"/>
              <a:gd name="connsiteX6" fmla="*/ 0 w 5324400"/>
              <a:gd name="connsiteY6" fmla="*/ 2376000 h 237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324400" h="2376000">
                <a:moveTo>
                  <a:pt x="0" y="0"/>
                </a:moveTo>
                <a:lnTo>
                  <a:pt x="4928392" y="0"/>
                </a:lnTo>
                <a:lnTo>
                  <a:pt x="5081692" y="0"/>
                </a:lnTo>
                <a:lnTo>
                  <a:pt x="5324400" y="242708"/>
                </a:lnTo>
                <a:lnTo>
                  <a:pt x="5324400" y="396008"/>
                </a:lnTo>
                <a:lnTo>
                  <a:pt x="5324400" y="2376000"/>
                </a:lnTo>
                <a:lnTo>
                  <a:pt x="0" y="2376000"/>
                </a:lnTo>
                <a:close/>
              </a:path>
            </a:pathLst>
          </a:custGeom>
          <a:solidFill>
            <a:schemeClr val="accent5"/>
          </a:solidFill>
          <a:ln w="9508" cap="flat">
            <a:noFill/>
            <a:prstDash val="solid"/>
            <a:miter/>
          </a:ln>
        </p:spPr>
        <p:txBody>
          <a:bodyPr vert="horz" wrap="square" lIns="180000" tIns="144000" rIns="180000" bIns="144000" rtlCol="0" anchor="t">
            <a:noAutofit/>
          </a:bodyPr>
          <a:lstStyle>
            <a:lvl1pPr marL="0" indent="0">
              <a:buNone/>
              <a:defRPr lang="en-GB" sz="1800" b="1" dirty="0">
                <a:solidFill>
                  <a:schemeClr val="bg1"/>
                </a:solidFill>
                <a:latin typeface="+mn-lt"/>
              </a:defRPr>
            </a:lvl1pPr>
            <a:lvl2pPr marL="176400" indent="-176400">
              <a:tabLst/>
              <a:defRPr lang="en-GB" sz="1600" dirty="0">
                <a:solidFill>
                  <a:schemeClr val="bg1"/>
                </a:solidFill>
                <a:latin typeface="+mn-lt"/>
              </a:defRPr>
            </a:lvl2pPr>
            <a:lvl3pPr marL="342000" indent="-161925">
              <a:tabLst/>
              <a:defRPr lang="en-GB" sz="1400" dirty="0">
                <a:solidFill>
                  <a:schemeClr val="bg1"/>
                </a:solidFill>
                <a:latin typeface="+mn-lt"/>
              </a:defRPr>
            </a:lvl3pPr>
            <a:lvl4pPr marL="511200" indent="-146050">
              <a:tabLst/>
              <a:defRPr lang="en-GB" sz="1300" dirty="0">
                <a:solidFill>
                  <a:schemeClr val="bg1"/>
                </a:solidFill>
                <a:latin typeface="+mn-lt"/>
              </a:defRPr>
            </a:lvl4pPr>
            <a:lvl5pPr marL="651600" indent="-149225">
              <a:tabLst/>
              <a:defRPr lang="en-GB" sz="1200" dirty="0">
                <a:solidFill>
                  <a:schemeClr val="bg1"/>
                </a:solidFill>
                <a:latin typeface="+mn-lt"/>
              </a:defRPr>
            </a:lvl5pPr>
          </a:lstStyle>
          <a:p>
            <a:pPr marL="180000" lvl="0" indent="-180000"/>
            <a:r>
              <a:rPr lang="en-GB" dirty="0"/>
              <a:t>Title text in bold</a:t>
            </a:r>
          </a:p>
          <a:p>
            <a:pPr marL="177800" lvl="1" indent="-177800"/>
            <a:r>
              <a:rPr lang="en-GB" dirty="0"/>
              <a:t>Second level</a:t>
            </a:r>
          </a:p>
          <a:p>
            <a:pPr marL="342900" lvl="2" indent="-161925"/>
            <a:r>
              <a:rPr lang="en-GB" dirty="0"/>
              <a:t>Third level</a:t>
            </a:r>
          </a:p>
          <a:p>
            <a:pPr marL="511175" lvl="3" indent="-146050"/>
            <a:r>
              <a:rPr lang="en-GB" dirty="0"/>
              <a:t>Fourth level</a:t>
            </a:r>
          </a:p>
          <a:p>
            <a:pPr marL="650875" lvl="4" indent="-130175"/>
            <a:r>
              <a:rPr lang="en-GB" dirty="0"/>
              <a:t>Fifth level</a:t>
            </a:r>
          </a:p>
        </p:txBody>
      </p:sp>
      <p:sp>
        <p:nvSpPr>
          <p:cNvPr id="25" name="Content Placeholder 24">
            <a:extLst>
              <a:ext uri="{FF2B5EF4-FFF2-40B4-BE49-F238E27FC236}">
                <a16:creationId xmlns:a16="http://schemas.microsoft.com/office/drawing/2014/main" id="{28E2532B-979A-B740-9E5F-2991DE5BE222}"/>
              </a:ext>
            </a:extLst>
          </p:cNvPr>
          <p:cNvSpPr>
            <a:spLocks noGrp="1"/>
          </p:cNvSpPr>
          <p:nvPr>
            <p:ph idx="36" hasCustomPrompt="1"/>
          </p:nvPr>
        </p:nvSpPr>
        <p:spPr>
          <a:xfrm>
            <a:off x="719999" y="3897800"/>
            <a:ext cx="5324400" cy="2376000"/>
          </a:xfrm>
          <a:custGeom>
            <a:avLst/>
            <a:gdLst>
              <a:gd name="connsiteX0" fmla="*/ 0 w 5324400"/>
              <a:gd name="connsiteY0" fmla="*/ 0 h 2376000"/>
              <a:gd name="connsiteX1" fmla="*/ 4928392 w 5324400"/>
              <a:gd name="connsiteY1" fmla="*/ 0 h 2376000"/>
              <a:gd name="connsiteX2" fmla="*/ 5081692 w 5324400"/>
              <a:gd name="connsiteY2" fmla="*/ 0 h 2376000"/>
              <a:gd name="connsiteX3" fmla="*/ 5324400 w 5324400"/>
              <a:gd name="connsiteY3" fmla="*/ 242708 h 2376000"/>
              <a:gd name="connsiteX4" fmla="*/ 5324400 w 5324400"/>
              <a:gd name="connsiteY4" fmla="*/ 396008 h 2376000"/>
              <a:gd name="connsiteX5" fmla="*/ 5324400 w 5324400"/>
              <a:gd name="connsiteY5" fmla="*/ 2376000 h 2376000"/>
              <a:gd name="connsiteX6" fmla="*/ 0 w 5324400"/>
              <a:gd name="connsiteY6" fmla="*/ 2376000 h 237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324400" h="2376000">
                <a:moveTo>
                  <a:pt x="0" y="0"/>
                </a:moveTo>
                <a:lnTo>
                  <a:pt x="4928392" y="0"/>
                </a:lnTo>
                <a:lnTo>
                  <a:pt x="5081692" y="0"/>
                </a:lnTo>
                <a:lnTo>
                  <a:pt x="5324400" y="242708"/>
                </a:lnTo>
                <a:lnTo>
                  <a:pt x="5324400" y="396008"/>
                </a:lnTo>
                <a:lnTo>
                  <a:pt x="5324400" y="2376000"/>
                </a:lnTo>
                <a:lnTo>
                  <a:pt x="0" y="2376000"/>
                </a:lnTo>
                <a:close/>
              </a:path>
            </a:pathLst>
          </a:custGeom>
          <a:solidFill>
            <a:srgbClr val="001A41"/>
          </a:solidFill>
          <a:ln w="9508" cap="flat">
            <a:noFill/>
            <a:prstDash val="solid"/>
            <a:miter/>
          </a:ln>
        </p:spPr>
        <p:txBody>
          <a:bodyPr vert="horz" wrap="square" lIns="180000" tIns="144000" rIns="180000" bIns="144000" rtlCol="0" anchor="t">
            <a:noAutofit/>
          </a:bodyPr>
          <a:lstStyle>
            <a:lvl1pPr marL="0" indent="0">
              <a:buNone/>
              <a:defRPr lang="en-GB" sz="1800" b="1" dirty="0">
                <a:solidFill>
                  <a:schemeClr val="bg1"/>
                </a:solidFill>
                <a:latin typeface="+mn-lt"/>
              </a:defRPr>
            </a:lvl1pPr>
            <a:lvl2pPr marL="176400" indent="-176400">
              <a:tabLst/>
              <a:defRPr lang="en-GB" sz="1600" dirty="0">
                <a:solidFill>
                  <a:schemeClr val="bg1"/>
                </a:solidFill>
                <a:latin typeface="+mn-lt"/>
              </a:defRPr>
            </a:lvl2pPr>
            <a:lvl3pPr marL="342000" indent="-162000">
              <a:tabLst/>
              <a:defRPr lang="en-GB" sz="1400" dirty="0">
                <a:solidFill>
                  <a:schemeClr val="bg1"/>
                </a:solidFill>
                <a:latin typeface="+mn-lt"/>
              </a:defRPr>
            </a:lvl3pPr>
            <a:lvl4pPr marL="511200" indent="-147600">
              <a:tabLst/>
              <a:defRPr lang="en-GB" sz="1300" dirty="0">
                <a:solidFill>
                  <a:schemeClr val="bg1"/>
                </a:solidFill>
                <a:latin typeface="+mn-lt"/>
              </a:defRPr>
            </a:lvl4pPr>
            <a:lvl5pPr marL="651600" indent="-129600">
              <a:tabLst/>
              <a:defRPr lang="en-GB" sz="1200" dirty="0">
                <a:solidFill>
                  <a:schemeClr val="bg1"/>
                </a:solidFill>
                <a:latin typeface="+mn-lt"/>
              </a:defRPr>
            </a:lvl5pPr>
          </a:lstStyle>
          <a:p>
            <a:pPr marL="180000" lvl="0" indent="-180000"/>
            <a:r>
              <a:rPr lang="en-GB" dirty="0"/>
              <a:t>Title text in bold</a:t>
            </a:r>
          </a:p>
          <a:p>
            <a:pPr marL="177800" lvl="1" indent="-177800"/>
            <a:r>
              <a:rPr lang="en-GB" dirty="0"/>
              <a:t>Second level</a:t>
            </a:r>
          </a:p>
          <a:p>
            <a:pPr marL="342900" lvl="2" indent="-161925"/>
            <a:r>
              <a:rPr lang="en-GB" dirty="0"/>
              <a:t>Third level</a:t>
            </a:r>
          </a:p>
          <a:p>
            <a:pPr marL="511175" lvl="3" indent="-146050"/>
            <a:r>
              <a:rPr lang="en-GB" dirty="0"/>
              <a:t>Fourth level</a:t>
            </a:r>
          </a:p>
          <a:p>
            <a:pPr marL="650875" lvl="4" indent="-130175"/>
            <a:r>
              <a:rPr lang="en-GB" dirty="0"/>
              <a:t>Fifth level</a:t>
            </a:r>
          </a:p>
        </p:txBody>
      </p:sp>
      <p:sp>
        <p:nvSpPr>
          <p:cNvPr id="23" name="Content Placeholder 22">
            <a:extLst>
              <a:ext uri="{FF2B5EF4-FFF2-40B4-BE49-F238E27FC236}">
                <a16:creationId xmlns:a16="http://schemas.microsoft.com/office/drawing/2014/main" id="{1BEBD7D0-BD40-D948-A9E6-399624DC6A61}"/>
              </a:ext>
            </a:extLst>
          </p:cNvPr>
          <p:cNvSpPr>
            <a:spLocks noGrp="1"/>
          </p:cNvSpPr>
          <p:nvPr>
            <p:ph idx="35" hasCustomPrompt="1"/>
          </p:nvPr>
        </p:nvSpPr>
        <p:spPr>
          <a:xfrm>
            <a:off x="719999" y="1422400"/>
            <a:ext cx="5324400" cy="2376000"/>
          </a:xfrm>
          <a:custGeom>
            <a:avLst/>
            <a:gdLst>
              <a:gd name="connsiteX0" fmla="*/ 0 w 5324400"/>
              <a:gd name="connsiteY0" fmla="*/ 0 h 2376000"/>
              <a:gd name="connsiteX1" fmla="*/ 4928392 w 5324400"/>
              <a:gd name="connsiteY1" fmla="*/ 0 h 2376000"/>
              <a:gd name="connsiteX2" fmla="*/ 5081692 w 5324400"/>
              <a:gd name="connsiteY2" fmla="*/ 0 h 2376000"/>
              <a:gd name="connsiteX3" fmla="*/ 5324400 w 5324400"/>
              <a:gd name="connsiteY3" fmla="*/ 242708 h 2376000"/>
              <a:gd name="connsiteX4" fmla="*/ 5324400 w 5324400"/>
              <a:gd name="connsiteY4" fmla="*/ 396008 h 2376000"/>
              <a:gd name="connsiteX5" fmla="*/ 5324400 w 5324400"/>
              <a:gd name="connsiteY5" fmla="*/ 2376000 h 2376000"/>
              <a:gd name="connsiteX6" fmla="*/ 0 w 5324400"/>
              <a:gd name="connsiteY6" fmla="*/ 2376000 h 237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324400" h="2376000">
                <a:moveTo>
                  <a:pt x="0" y="0"/>
                </a:moveTo>
                <a:lnTo>
                  <a:pt x="4928392" y="0"/>
                </a:lnTo>
                <a:lnTo>
                  <a:pt x="5081692" y="0"/>
                </a:lnTo>
                <a:lnTo>
                  <a:pt x="5324400" y="242708"/>
                </a:lnTo>
                <a:lnTo>
                  <a:pt x="5324400" y="396008"/>
                </a:lnTo>
                <a:lnTo>
                  <a:pt x="5324400" y="2376000"/>
                </a:lnTo>
                <a:lnTo>
                  <a:pt x="0" y="2376000"/>
                </a:lnTo>
                <a:close/>
              </a:path>
            </a:pathLst>
          </a:custGeom>
          <a:solidFill>
            <a:schemeClr val="accent2"/>
          </a:solidFill>
          <a:ln w="9508" cap="flat">
            <a:noFill/>
            <a:prstDash val="solid"/>
            <a:miter/>
          </a:ln>
        </p:spPr>
        <p:txBody>
          <a:bodyPr vert="horz" wrap="square" lIns="180000" tIns="144000" rIns="180000" bIns="144000" rtlCol="0" anchor="t">
            <a:noAutofit/>
          </a:bodyPr>
          <a:lstStyle>
            <a:lvl1pPr marL="0" indent="0">
              <a:buNone/>
              <a:defRPr lang="en-GB" sz="1800" b="1" dirty="0">
                <a:solidFill>
                  <a:srgbClr val="001A41"/>
                </a:solidFill>
              </a:defRPr>
            </a:lvl1pPr>
            <a:lvl2pPr marL="176400" indent="-176400">
              <a:tabLst/>
              <a:defRPr lang="en-GB" sz="1600" dirty="0">
                <a:solidFill>
                  <a:srgbClr val="001A41"/>
                </a:solidFill>
              </a:defRPr>
            </a:lvl2pPr>
            <a:lvl3pPr marL="342900" indent="-162000">
              <a:tabLst/>
              <a:defRPr lang="en-GB" sz="1400" dirty="0">
                <a:solidFill>
                  <a:srgbClr val="001A41"/>
                </a:solidFill>
              </a:defRPr>
            </a:lvl3pPr>
            <a:lvl4pPr marL="511175" indent="-146050">
              <a:tabLst/>
              <a:defRPr lang="en-GB" sz="1300" dirty="0">
                <a:solidFill>
                  <a:srgbClr val="001A41"/>
                </a:solidFill>
              </a:defRPr>
            </a:lvl4pPr>
            <a:lvl5pPr marL="651600" indent="-129600">
              <a:tabLst/>
              <a:defRPr lang="en-GB" sz="1200" dirty="0">
                <a:solidFill>
                  <a:srgbClr val="001A41"/>
                </a:solidFill>
              </a:defRPr>
            </a:lvl5pPr>
          </a:lstStyle>
          <a:p>
            <a:pPr marL="180000" lvl="0" indent="-180000"/>
            <a:r>
              <a:rPr lang="en-GB" dirty="0"/>
              <a:t>Title text in bold</a:t>
            </a:r>
          </a:p>
          <a:p>
            <a:pPr marL="177800" lvl="1" indent="-177800"/>
            <a:r>
              <a:rPr lang="en-GB" dirty="0"/>
              <a:t>Second level</a:t>
            </a:r>
          </a:p>
          <a:p>
            <a:pPr marL="342900" lvl="2" indent="-161925"/>
            <a:r>
              <a:rPr lang="en-GB" dirty="0"/>
              <a:t>Third level</a:t>
            </a:r>
          </a:p>
          <a:p>
            <a:pPr marL="511175" lvl="3" indent="-146050"/>
            <a:r>
              <a:rPr lang="en-GB" dirty="0"/>
              <a:t>Fourth level</a:t>
            </a:r>
          </a:p>
          <a:p>
            <a:pPr marL="650875" lvl="4" indent="-130175"/>
            <a:r>
              <a:rPr lang="en-GB" dirty="0"/>
              <a:t>Fifth level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9FE3F5C-E3AD-FD4F-9A1F-A65583F6D2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wrap="square" lIns="0" tIns="0" rIns="0" bIns="0" rtlCol="0" anchor="t" anchorCtr="0">
            <a:spAutoFit/>
          </a:bodyPr>
          <a:lstStyle>
            <a:lvl1pPr>
              <a:defRPr lang="en-GB" b="1" i="0" dirty="0">
                <a:solidFill>
                  <a:srgbClr val="001A41"/>
                </a:solidFill>
                <a:latin typeface="+mj-lt"/>
              </a:defRPr>
            </a:lvl1pPr>
          </a:lstStyle>
          <a:p>
            <a:pPr lvl="0"/>
            <a:r>
              <a:rPr lang="en-GB" dirty="0"/>
              <a:t>Click to edit Master 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FEBE12E-0BB8-084C-8E0C-B66521896E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0" i="0">
                <a:solidFill>
                  <a:srgbClr val="001A41"/>
                </a:solidFill>
                <a:latin typeface="+mn-lt"/>
              </a:defRPr>
            </a:lvl1pPr>
          </a:lstStyle>
          <a:p>
            <a:r>
              <a:rPr lang="en-GB"/>
              <a:t>Inchcape</a:t>
            </a:r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4ABD9E-BD09-504D-9726-FF0CEFC20D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0" i="0">
                <a:solidFill>
                  <a:srgbClr val="001A41"/>
                </a:solidFill>
                <a:latin typeface="+mn-lt"/>
              </a:defRPr>
            </a:lvl1pPr>
          </a:lstStyle>
          <a:p>
            <a:fld id="{9A24425F-4E86-FA46-A893-E19B561985DA}" type="slidenum">
              <a:rPr lang="en-GB" smtClean="0"/>
              <a:pPr/>
              <a:t>‹Nº›</a:t>
            </a:fld>
            <a:endParaRPr lang="en-GB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681A885-7211-8E4C-9008-7057F88CAF86}"/>
              </a:ext>
            </a:extLst>
          </p:cNvPr>
          <p:cNvSpPr txBox="1"/>
          <p:nvPr userDrawn="1"/>
        </p:nvSpPr>
        <p:spPr>
          <a:xfrm>
            <a:off x="719996" y="6951518"/>
            <a:ext cx="3029044" cy="134030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>
              <a:lnSpc>
                <a:spcPct val="110000"/>
              </a:lnSpc>
            </a:pPr>
            <a:r>
              <a:rPr lang="en-GB" sz="1000" b="1" dirty="0">
                <a:latin typeface="Century Gothic" panose="020B0502020202020204" pitchFamily="34" charset="0"/>
              </a:rPr>
              <a:t>To swap an icon:</a:t>
            </a:r>
          </a:p>
          <a:p>
            <a:pPr marL="92075" indent="-92075" algn="l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GB" sz="1000" dirty="0">
                <a:latin typeface="Century Gothic" panose="020B0502020202020204" pitchFamily="34" charset="0"/>
              </a:rPr>
              <a:t>Delete icon</a:t>
            </a:r>
          </a:p>
          <a:p>
            <a:pPr marL="92075" indent="-92075" algn="l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GB" sz="1000" dirty="0">
                <a:latin typeface="Century Gothic" panose="020B0502020202020204" pitchFamily="34" charset="0"/>
              </a:rPr>
              <a:t>Go to ‘Icon Library’ in Asset library section</a:t>
            </a:r>
          </a:p>
          <a:p>
            <a:pPr marL="92075" indent="-92075" algn="l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GB" sz="1000" dirty="0">
                <a:latin typeface="Century Gothic" panose="020B0502020202020204" pitchFamily="34" charset="0"/>
              </a:rPr>
              <a:t>Click chosen icon</a:t>
            </a:r>
          </a:p>
          <a:p>
            <a:pPr marL="92075" indent="-92075" algn="l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GB" sz="1000" dirty="0">
                <a:latin typeface="Century Gothic" panose="020B0502020202020204" pitchFamily="34" charset="0"/>
              </a:rPr>
              <a:t>Copy</a:t>
            </a:r>
          </a:p>
          <a:p>
            <a:pPr marL="92075" indent="-92075" algn="l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GB" sz="1000" dirty="0">
                <a:latin typeface="Century Gothic" panose="020B0502020202020204" pitchFamily="34" charset="0"/>
              </a:rPr>
              <a:t>Return to content slide</a:t>
            </a:r>
          </a:p>
          <a:p>
            <a:pPr marL="92075" indent="-92075" algn="l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GB" sz="1000" dirty="0">
                <a:latin typeface="Century Gothic" panose="020B0502020202020204" pitchFamily="34" charset="0"/>
              </a:rPr>
              <a:t>Click on placeholder</a:t>
            </a:r>
          </a:p>
          <a:p>
            <a:pPr marL="92075" indent="-92075" algn="l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GB" sz="1000" dirty="0">
                <a:latin typeface="Century Gothic" panose="020B0502020202020204" pitchFamily="34" charset="0"/>
              </a:rPr>
              <a:t>Paste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D746766-D75E-5544-95BD-E3508E8FD3C5}"/>
              </a:ext>
            </a:extLst>
          </p:cNvPr>
          <p:cNvSpPr txBox="1"/>
          <p:nvPr userDrawn="1"/>
        </p:nvSpPr>
        <p:spPr>
          <a:xfrm>
            <a:off x="3959996" y="6951518"/>
            <a:ext cx="3303790" cy="195252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>
              <a:lnSpc>
                <a:spcPct val="110000"/>
              </a:lnSpc>
            </a:pPr>
            <a:r>
              <a:rPr lang="en-GB" sz="1000" b="1" dirty="0">
                <a:latin typeface="Century Gothic" panose="020B0502020202020204" pitchFamily="34" charset="0"/>
              </a:rPr>
              <a:t>To recolour an icon:</a:t>
            </a:r>
          </a:p>
          <a:p>
            <a:pPr marL="92075" indent="-92075" algn="l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GB" sz="1000" dirty="0">
                <a:latin typeface="Century Gothic" panose="020B0502020202020204" pitchFamily="34" charset="0"/>
              </a:rPr>
              <a:t>Click on icon</a:t>
            </a:r>
          </a:p>
          <a:p>
            <a:pPr marL="92075" indent="-92075" algn="l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GB" sz="1000" dirty="0">
                <a:latin typeface="Century Gothic" panose="020B0502020202020204" pitchFamily="34" charset="0"/>
              </a:rPr>
              <a:t>Go to ‘Graphics Format’ format tab</a:t>
            </a:r>
          </a:p>
          <a:p>
            <a:pPr marL="92075" indent="-92075" algn="l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GB" sz="1000" dirty="0">
                <a:latin typeface="Century Gothic" panose="020B0502020202020204" pitchFamily="34" charset="0"/>
              </a:rPr>
              <a:t>Click ‘Graphics Fill’</a:t>
            </a:r>
          </a:p>
          <a:p>
            <a:pPr marL="92075" indent="-92075" algn="l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GB" sz="1000" dirty="0">
                <a:latin typeface="Century Gothic" panose="020B0502020202020204" pitchFamily="34" charset="0"/>
              </a:rPr>
              <a:t>Select colour from dropdown brand colours</a:t>
            </a:r>
          </a:p>
          <a:p>
            <a:pPr marL="92075" indent="-92075" algn="l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GB" sz="1000" dirty="0">
                <a:latin typeface="Century Gothic" panose="020B0502020202020204" pitchFamily="34" charset="0"/>
              </a:rPr>
              <a:t>N.B. Only the following colourways should be used</a:t>
            </a:r>
          </a:p>
          <a:p>
            <a:pPr marL="549275" lvl="1" indent="-92075" algn="l">
              <a:lnSpc>
                <a:spcPct val="110000"/>
              </a:lnSpc>
              <a:buFont typeface="Arial" panose="020B0604020202020204" pitchFamily="34" charset="0"/>
              <a:buChar char="•"/>
              <a:tabLst>
                <a:tab pos="1549400" algn="l"/>
              </a:tabLst>
            </a:pPr>
            <a:r>
              <a:rPr lang="en-GB" sz="800" dirty="0">
                <a:latin typeface="Century Gothic" panose="020B0502020202020204" pitchFamily="34" charset="0"/>
              </a:rPr>
              <a:t>Dark blue b/ground	&gt; white icon (&amp; white text) </a:t>
            </a:r>
          </a:p>
          <a:p>
            <a:pPr marL="549275" marR="0" lvl="1" indent="-92075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>
                <a:tab pos="1549400" algn="l"/>
              </a:tabLst>
              <a:defRPr/>
            </a:pPr>
            <a:r>
              <a:rPr lang="en-GB" sz="800" dirty="0">
                <a:latin typeface="Century Gothic" panose="020B0502020202020204" pitchFamily="34" charset="0"/>
              </a:rPr>
              <a:t>Purple background 	&gt; white icon (&amp; white text) </a:t>
            </a:r>
          </a:p>
          <a:p>
            <a:pPr marL="549275" marR="0" lvl="1" indent="-92075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>
                <a:tab pos="1549400" algn="l"/>
              </a:tabLst>
              <a:defRPr/>
            </a:pPr>
            <a:r>
              <a:rPr lang="en-GB" sz="800" dirty="0">
                <a:latin typeface="Century Gothic" panose="020B0502020202020204" pitchFamily="34" charset="0"/>
              </a:rPr>
              <a:t>Eco blue b/ground 	&gt; dark blue icon (&amp; dark blue text) </a:t>
            </a:r>
          </a:p>
          <a:p>
            <a:pPr marL="549275" marR="0" lvl="1" indent="-92075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>
                <a:tab pos="1549400" algn="l"/>
              </a:tabLst>
              <a:defRPr/>
            </a:pPr>
            <a:r>
              <a:rPr lang="en-GB" sz="800" dirty="0">
                <a:latin typeface="Century Gothic" panose="020B0502020202020204" pitchFamily="34" charset="0"/>
              </a:rPr>
              <a:t>Yellow background	&gt; dark blue icon (&amp; dark blue text) </a:t>
            </a:r>
          </a:p>
          <a:p>
            <a:pPr marL="549275" marR="0" lvl="1" indent="-92075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>
                <a:tab pos="1549400" algn="l"/>
              </a:tabLst>
              <a:defRPr/>
            </a:pPr>
            <a:r>
              <a:rPr lang="en-GB" sz="800" dirty="0">
                <a:latin typeface="Century Gothic" panose="020B0502020202020204" pitchFamily="34" charset="0"/>
              </a:rPr>
              <a:t>Green background 	&gt; dark blue icon (&amp; dark blue text) </a:t>
            </a:r>
          </a:p>
          <a:p>
            <a:pPr marL="549275" marR="0" lvl="1" indent="-92075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>
                <a:tab pos="1549400" algn="l"/>
              </a:tabLst>
              <a:defRPr/>
            </a:pPr>
            <a:r>
              <a:rPr lang="en-GB" sz="800" dirty="0">
                <a:latin typeface="Century Gothic" panose="020B0502020202020204" pitchFamily="34" charset="0"/>
              </a:rPr>
              <a:t>White background 	&gt; dark blue icon (&amp; dark blue text)</a:t>
            </a:r>
          </a:p>
          <a:p>
            <a:pPr marL="549275" marR="0" lvl="1" indent="-92075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>
                <a:tab pos="1549400" algn="l"/>
              </a:tabLst>
              <a:defRPr/>
            </a:pPr>
            <a:r>
              <a:rPr lang="en-GB" sz="800" dirty="0">
                <a:latin typeface="Century Gothic" panose="020B0502020202020204" pitchFamily="34" charset="0"/>
              </a:rPr>
              <a:t>Pale grey b/ground	&gt; dark blue icon (&amp; dark blue text)</a:t>
            </a:r>
          </a:p>
        </p:txBody>
      </p:sp>
      <p:sp>
        <p:nvSpPr>
          <p:cNvPr id="3" name="Text Placeholder 7">
            <a:extLst>
              <a:ext uri="{FF2B5EF4-FFF2-40B4-BE49-F238E27FC236}">
                <a16:creationId xmlns:a16="http://schemas.microsoft.com/office/drawing/2014/main" id="{56385ABC-71CB-350A-4869-EC3A3B7BBE8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20725" y="6482967"/>
            <a:ext cx="1240724" cy="123111"/>
          </a:xfrm>
        </p:spPr>
        <p:txBody>
          <a:bodyPr vert="horz" wrap="none" lIns="0" tIns="0" rIns="0" bIns="0" rtlCol="0" anchor="ctr">
            <a:sp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GB" sz="800" dirty="0">
                <a:solidFill>
                  <a:srgbClr val="001A41"/>
                </a:solidFill>
              </a:defRPr>
            </a:lvl1pPr>
          </a:lstStyle>
          <a:p>
            <a:pPr lvl="0"/>
            <a:r>
              <a:rPr lang="en-GB" dirty="0"/>
              <a:t>Source &amp; footnotes field</a:t>
            </a:r>
          </a:p>
        </p:txBody>
      </p:sp>
    </p:spTree>
    <p:extLst>
      <p:ext uri="{BB962C8B-B14F-4D97-AF65-F5344CB8AC3E}">
        <p14:creationId xmlns:p14="http://schemas.microsoft.com/office/powerpoint/2010/main" val="427495637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+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ontent Placeholder 19">
            <a:extLst>
              <a:ext uri="{FF2B5EF4-FFF2-40B4-BE49-F238E27FC236}">
                <a16:creationId xmlns:a16="http://schemas.microsoft.com/office/drawing/2014/main" id="{6C988EBC-930C-194C-945D-2EEFD26FD49C}"/>
              </a:ext>
            </a:extLst>
          </p:cNvPr>
          <p:cNvSpPr>
            <a:spLocks noGrp="1"/>
          </p:cNvSpPr>
          <p:nvPr>
            <p:ph idx="36" hasCustomPrompt="1"/>
          </p:nvPr>
        </p:nvSpPr>
        <p:spPr>
          <a:xfrm>
            <a:off x="719998" y="1422000"/>
            <a:ext cx="3509999" cy="4852800"/>
          </a:xfrm>
          <a:custGeom>
            <a:avLst/>
            <a:gdLst>
              <a:gd name="connsiteX0" fmla="*/ 0 w 3509999"/>
              <a:gd name="connsiteY0" fmla="*/ 0 h 4852800"/>
              <a:gd name="connsiteX1" fmla="*/ 899999 w 3509999"/>
              <a:gd name="connsiteY1" fmla="*/ 0 h 4852800"/>
              <a:gd name="connsiteX2" fmla="*/ 2367688 w 3509999"/>
              <a:gd name="connsiteY2" fmla="*/ 0 h 4852800"/>
              <a:gd name="connsiteX3" fmla="*/ 3267687 w 3509999"/>
              <a:gd name="connsiteY3" fmla="*/ 0 h 4852800"/>
              <a:gd name="connsiteX4" fmla="*/ 3509999 w 3509999"/>
              <a:gd name="connsiteY4" fmla="*/ 242312 h 4852800"/>
              <a:gd name="connsiteX5" fmla="*/ 3509999 w 3509999"/>
              <a:gd name="connsiteY5" fmla="*/ 4852800 h 4852800"/>
              <a:gd name="connsiteX6" fmla="*/ 2610000 w 3509999"/>
              <a:gd name="connsiteY6" fmla="*/ 4852800 h 4852800"/>
              <a:gd name="connsiteX7" fmla="*/ 899999 w 3509999"/>
              <a:gd name="connsiteY7" fmla="*/ 4852800 h 4852800"/>
              <a:gd name="connsiteX8" fmla="*/ 0 w 3509999"/>
              <a:gd name="connsiteY8" fmla="*/ 4852800 h 4852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509999" h="4852800">
                <a:moveTo>
                  <a:pt x="0" y="0"/>
                </a:moveTo>
                <a:lnTo>
                  <a:pt x="899999" y="0"/>
                </a:lnTo>
                <a:lnTo>
                  <a:pt x="2367688" y="0"/>
                </a:lnTo>
                <a:lnTo>
                  <a:pt x="3267687" y="0"/>
                </a:lnTo>
                <a:lnTo>
                  <a:pt x="3509999" y="242312"/>
                </a:lnTo>
                <a:lnTo>
                  <a:pt x="3509999" y="4852800"/>
                </a:lnTo>
                <a:lnTo>
                  <a:pt x="2610000" y="4852800"/>
                </a:lnTo>
                <a:lnTo>
                  <a:pt x="899999" y="4852800"/>
                </a:lnTo>
                <a:lnTo>
                  <a:pt x="0" y="4852800"/>
                </a:lnTo>
                <a:close/>
              </a:path>
            </a:pathLst>
          </a:custGeom>
          <a:ln>
            <a:solidFill>
              <a:srgbClr val="001A41"/>
            </a:solidFill>
          </a:ln>
        </p:spPr>
        <p:txBody>
          <a:bodyPr vert="horz" lIns="180000" tIns="144000" rIns="180000" bIns="144000" rtlCol="0">
            <a:noAutofit/>
          </a:bodyPr>
          <a:lstStyle>
            <a:lvl1pPr>
              <a:defRPr lang="en-GB" dirty="0">
                <a:solidFill>
                  <a:srgbClr val="001A41"/>
                </a:solidFill>
                <a:latin typeface="+mn-lt"/>
              </a:defRPr>
            </a:lvl1pPr>
            <a:lvl2pPr>
              <a:defRPr lang="en-GB" dirty="0">
                <a:solidFill>
                  <a:srgbClr val="001A41"/>
                </a:solidFill>
                <a:latin typeface="+mn-lt"/>
              </a:defRPr>
            </a:lvl2pPr>
            <a:lvl3pPr>
              <a:defRPr lang="en-GB" dirty="0">
                <a:solidFill>
                  <a:srgbClr val="001A41"/>
                </a:solidFill>
                <a:latin typeface="+mn-lt"/>
              </a:defRPr>
            </a:lvl3pPr>
            <a:lvl4pPr>
              <a:defRPr lang="en-GB" dirty="0">
                <a:solidFill>
                  <a:srgbClr val="001A41"/>
                </a:solidFill>
                <a:latin typeface="+mn-lt"/>
              </a:defRPr>
            </a:lvl4pPr>
            <a:lvl5pPr>
              <a:defRPr lang="en-GB" dirty="0">
                <a:solidFill>
                  <a:srgbClr val="001A41"/>
                </a:solidFill>
                <a:latin typeface="+mn-lt"/>
              </a:defRPr>
            </a:lvl5pPr>
          </a:lstStyle>
          <a:p>
            <a:pPr marL="179388" lvl="0" indent="-179388"/>
            <a:r>
              <a:rPr lang="en-GB" dirty="0"/>
              <a:t>Key information box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marL="1474788" lvl="4"/>
            <a:r>
              <a:rPr lang="en-GB" dirty="0"/>
              <a:t>Fifth level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9FE3F5C-E3AD-FD4F-9A1F-A65583F6D2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9998" y="540000"/>
            <a:ext cx="10753200" cy="392415"/>
          </a:xfrm>
        </p:spPr>
        <p:txBody>
          <a:bodyPr vert="horz" wrap="square" lIns="0" tIns="0" rIns="0" bIns="0" rtlCol="0" anchor="t" anchorCtr="0">
            <a:spAutoFit/>
          </a:bodyPr>
          <a:lstStyle>
            <a:lvl1pPr>
              <a:defRPr lang="en-GB" b="1" i="0" dirty="0">
                <a:solidFill>
                  <a:srgbClr val="001A41"/>
                </a:solidFill>
                <a:latin typeface="+mj-lt"/>
              </a:defRPr>
            </a:lvl1pPr>
          </a:lstStyle>
          <a:p>
            <a:pPr lvl="0"/>
            <a:r>
              <a:rPr lang="en-GB" dirty="0"/>
              <a:t>Click to edit Master 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FEBE12E-0BB8-084C-8E0C-B66521896E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0" i="0">
                <a:solidFill>
                  <a:srgbClr val="001A41"/>
                </a:solidFill>
                <a:latin typeface="+mn-lt"/>
              </a:defRPr>
            </a:lvl1pPr>
          </a:lstStyle>
          <a:p>
            <a:r>
              <a:rPr lang="en-GB"/>
              <a:t>Inchcape</a:t>
            </a:r>
            <a:endParaRPr lang="en-GB" dirty="0"/>
          </a:p>
        </p:txBody>
      </p:sp>
      <p:sp>
        <p:nvSpPr>
          <p:cNvPr id="59" name="Slide Number Placeholder 4">
            <a:extLst>
              <a:ext uri="{FF2B5EF4-FFF2-40B4-BE49-F238E27FC236}">
                <a16:creationId xmlns:a16="http://schemas.microsoft.com/office/drawing/2014/main" id="{ABF4C77F-0C76-F14C-81BA-63F6ABF900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31798" y="252000"/>
            <a:ext cx="141064" cy="138499"/>
          </a:xfrm>
        </p:spPr>
        <p:txBody>
          <a:bodyPr/>
          <a:lstStyle>
            <a:lvl1pPr>
              <a:defRPr b="0" i="0">
                <a:solidFill>
                  <a:srgbClr val="001A41"/>
                </a:solidFill>
                <a:latin typeface="+mn-lt"/>
              </a:defRPr>
            </a:lvl1pPr>
          </a:lstStyle>
          <a:p>
            <a:fld id="{9A24425F-4E86-FA46-A893-E19B561985DA}" type="slidenum">
              <a:rPr lang="en-GB" smtClean="0"/>
              <a:pPr/>
              <a:t>‹Nº›</a:t>
            </a:fld>
            <a:endParaRPr lang="en-GB" dirty="0"/>
          </a:p>
        </p:txBody>
      </p:sp>
      <p:sp>
        <p:nvSpPr>
          <p:cNvPr id="5" name="Chart Placeholder 4">
            <a:extLst>
              <a:ext uri="{FF2B5EF4-FFF2-40B4-BE49-F238E27FC236}">
                <a16:creationId xmlns:a16="http://schemas.microsoft.com/office/drawing/2014/main" id="{CBD4C6B6-4AA6-B548-B4E8-4A145DC0953B}"/>
              </a:ext>
            </a:extLst>
          </p:cNvPr>
          <p:cNvSpPr>
            <a:spLocks noGrp="1"/>
          </p:cNvSpPr>
          <p:nvPr>
            <p:ph type="chart" sz="quarter" idx="29"/>
          </p:nvPr>
        </p:nvSpPr>
        <p:spPr>
          <a:xfrm>
            <a:off x="4633198" y="1422400"/>
            <a:ext cx="6840000" cy="4852800"/>
          </a:xfrm>
        </p:spPr>
        <p:txBody>
          <a:bodyPr lIns="108000" tIns="72000" rIns="108000" bIns="72000"/>
          <a:lstStyle>
            <a:lvl1pPr marL="0" indent="0">
              <a:buNone/>
              <a:defRPr>
                <a:solidFill>
                  <a:srgbClr val="001A41"/>
                </a:solidFill>
                <a:latin typeface="+mn-lt"/>
              </a:defRPr>
            </a:lvl1pPr>
          </a:lstStyle>
          <a:p>
            <a:endParaRPr lang="en-GB" dirty="0"/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19D6B456-80E9-1749-B013-CBB8AC09CC8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20725" y="6482967"/>
            <a:ext cx="1240724" cy="123111"/>
          </a:xfrm>
        </p:spPr>
        <p:txBody>
          <a:bodyPr vert="horz" wrap="none" lIns="0" tIns="0" rIns="0" bIns="0" rtlCol="0" anchor="ctr">
            <a:sp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GB" sz="800" dirty="0">
                <a:solidFill>
                  <a:srgbClr val="001A41"/>
                </a:solidFill>
              </a:defRPr>
            </a:lvl1pPr>
          </a:lstStyle>
          <a:p>
            <a:pPr lvl="0"/>
            <a:r>
              <a:rPr lang="en-GB" dirty="0"/>
              <a:t>Source &amp; footnotes field</a:t>
            </a:r>
          </a:p>
        </p:txBody>
      </p:sp>
    </p:spTree>
    <p:extLst>
      <p:ext uri="{BB962C8B-B14F-4D97-AF65-F5344CB8AC3E}">
        <p14:creationId xmlns:p14="http://schemas.microsoft.com/office/powerpoint/2010/main" val="3127401366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On Whi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18E0D5AB-81E7-964D-A0B8-3059B8FBCD8D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720000" y="2052000"/>
            <a:ext cx="6912000" cy="2322000"/>
          </a:xfrm>
        </p:spPr>
        <p:txBody>
          <a:bodyPr/>
          <a:lstStyle>
            <a:lvl1pPr marL="0" indent="0">
              <a:lnSpc>
                <a:spcPct val="74000"/>
              </a:lnSpc>
              <a:buNone/>
              <a:defRPr sz="6600" b="1" i="0" cap="all" spc="-160" baseline="0">
                <a:solidFill>
                  <a:schemeClr val="accent6"/>
                </a:solidFill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EDIT KEY INSPIRATIONAL QUOTE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FEBE12E-0BB8-084C-8E0C-B66521896E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0" i="0">
                <a:solidFill>
                  <a:srgbClr val="001A41"/>
                </a:solidFill>
                <a:latin typeface="+mn-lt"/>
              </a:defRPr>
            </a:lvl1pPr>
          </a:lstStyle>
          <a:p>
            <a:r>
              <a:rPr lang="en-GB"/>
              <a:t>Inchcape</a:t>
            </a:r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4ABD9E-BD09-504D-9726-FF0CEFC20D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0" i="0">
                <a:solidFill>
                  <a:srgbClr val="001A41"/>
                </a:solidFill>
                <a:latin typeface="+mn-lt"/>
              </a:defRPr>
            </a:lvl1pPr>
          </a:lstStyle>
          <a:p>
            <a:fld id="{9A24425F-4E86-FA46-A893-E19B561985DA}" type="slidenum">
              <a:rPr lang="en-GB" smtClean="0"/>
              <a:pPr/>
              <a:t>‹Nº›</a:t>
            </a:fld>
            <a:endParaRPr lang="en-GB" dirty="0"/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EF36B7A0-8F2E-0547-83E8-B3313BBD93B8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720000" y="4680000"/>
            <a:ext cx="6912000" cy="360000"/>
          </a:xfrm>
        </p:spPr>
        <p:txBody>
          <a:bodyPr wrap="square">
            <a:noAutofit/>
          </a:bodyPr>
          <a:lstStyle>
            <a:lvl1pPr marL="0" indent="0">
              <a:buNone/>
              <a:defRPr sz="2400" b="0" i="0">
                <a:solidFill>
                  <a:srgbClr val="001A41"/>
                </a:solidFill>
                <a:latin typeface="+mn-lt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 dirty="0"/>
              <a:t>Enter quote attribution here</a:t>
            </a:r>
          </a:p>
        </p:txBody>
      </p:sp>
    </p:spTree>
    <p:extLst>
      <p:ext uri="{BB962C8B-B14F-4D97-AF65-F5344CB8AC3E}">
        <p14:creationId xmlns:p14="http://schemas.microsoft.com/office/powerpoint/2010/main" val="3470770552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On Full Bleed Imag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12">
            <a:extLst>
              <a:ext uri="{FF2B5EF4-FFF2-40B4-BE49-F238E27FC236}">
                <a16:creationId xmlns:a16="http://schemas.microsoft.com/office/drawing/2014/main" id="{840884A8-31C6-C24C-A504-83A2B4D30254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-600" y="0"/>
            <a:ext cx="12193200" cy="6858000"/>
          </a:xfrm>
          <a:solidFill>
            <a:srgbClr val="001A41"/>
          </a:solidFill>
        </p:spPr>
        <p:txBody>
          <a:bodyPr lIns="180000" tIns="180000" rIns="180000" bIns="180000" anchor="b" anchorCtr="0"/>
          <a:lstStyle>
            <a:lvl1pPr marL="0" indent="0" algn="ctr">
              <a:buNone/>
              <a:defRPr sz="1400" i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GB" dirty="0"/>
              <a:t>Click on icon in centre of placeholder &gt; navigate to image you want to use</a:t>
            </a:r>
            <a:br>
              <a:rPr lang="en-GB" dirty="0"/>
            </a:br>
            <a:br>
              <a:rPr lang="en-GB" dirty="0"/>
            </a:br>
            <a:r>
              <a:rPr lang="en-GB" dirty="0"/>
              <a:t>or copy an image to your clipboard &gt; click on placeholder box &gt; paste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FEBE12E-0BB8-084C-8E0C-B66521896E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0" i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GB"/>
              <a:t>Inchcape</a:t>
            </a:r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4ABD9E-BD09-504D-9726-FF0CEFC20D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0" i="0">
                <a:solidFill>
                  <a:schemeClr val="bg1"/>
                </a:solidFill>
                <a:latin typeface="+mn-lt"/>
              </a:defRPr>
            </a:lvl1pPr>
          </a:lstStyle>
          <a:p>
            <a:fld id="{9A24425F-4E86-FA46-A893-E19B561985DA}" type="slidenum">
              <a:rPr lang="en-GB" smtClean="0"/>
              <a:pPr/>
              <a:t>‹Nº›</a:t>
            </a:fld>
            <a:endParaRPr lang="en-GB" dirty="0"/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1965889F-DDDD-4243-90A1-1DD4E6101879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720000" y="4680000"/>
            <a:ext cx="6912000" cy="360000"/>
          </a:xfrm>
        </p:spPr>
        <p:txBody>
          <a:bodyPr wrap="square">
            <a:noAutofit/>
          </a:bodyPr>
          <a:lstStyle>
            <a:lvl1pPr marL="0" indent="0">
              <a:buNone/>
              <a:defRPr sz="2400" b="0" i="0">
                <a:solidFill>
                  <a:schemeClr val="bg1"/>
                </a:solidFill>
                <a:latin typeface="+mn-lt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 dirty="0"/>
              <a:t>Enter quote attribution here</a:t>
            </a: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3EFF87A1-A4C7-6747-BF26-4769D810031E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720000" y="2052000"/>
            <a:ext cx="6912000" cy="2322000"/>
          </a:xfrm>
        </p:spPr>
        <p:txBody>
          <a:bodyPr/>
          <a:lstStyle>
            <a:lvl1pPr marL="0" indent="0">
              <a:lnSpc>
                <a:spcPct val="74000"/>
              </a:lnSpc>
              <a:buNone/>
              <a:defRPr sz="6600" b="1" i="0" cap="all" spc="-160" baseline="0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EDIT KEY INSPIRATIONAL QUOTE</a:t>
            </a:r>
          </a:p>
        </p:txBody>
      </p:sp>
    </p:spTree>
    <p:extLst>
      <p:ext uri="{BB962C8B-B14F-4D97-AF65-F5344CB8AC3E}">
        <p14:creationId xmlns:p14="http://schemas.microsoft.com/office/powerpoint/2010/main" val="2074928013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18">
            <a:extLst>
              <a:ext uri="{FF2B5EF4-FFF2-40B4-BE49-F238E27FC236}">
                <a16:creationId xmlns:a16="http://schemas.microsoft.com/office/drawing/2014/main" id="{1337CBCE-0211-A0BC-2D5F-718DB624A86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r="54952"/>
          <a:stretch/>
        </p:blipFill>
        <p:spPr>
          <a:xfrm>
            <a:off x="8310882" y="3122997"/>
            <a:ext cx="3881117" cy="3150501"/>
          </a:xfrm>
          <a:prstGeom prst="rect">
            <a:avLst/>
          </a:pr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FEBE12E-0BB8-084C-8E0C-B66521896E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0" i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GB"/>
              <a:t>Inchcape</a:t>
            </a:r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4ABD9E-BD09-504D-9726-FF0CEFC20D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0" i="0">
                <a:solidFill>
                  <a:schemeClr val="bg1"/>
                </a:solidFill>
                <a:latin typeface="+mn-lt"/>
              </a:defRPr>
            </a:lvl1pPr>
          </a:lstStyle>
          <a:p>
            <a:fld id="{9A24425F-4E86-FA46-A893-E19B561985DA}" type="slidenum">
              <a:rPr lang="en-GB" smtClean="0"/>
              <a:pPr/>
              <a:t>‹Nº›</a:t>
            </a:fld>
            <a:endParaRPr lang="en-GB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1141F777-974A-6742-AF2C-A4C80B654A97}"/>
              </a:ext>
            </a:extLst>
          </p:cNvPr>
          <p:cNvCxnSpPr>
            <a:cxnSpLocks/>
          </p:cNvCxnSpPr>
          <p:nvPr userDrawn="1"/>
        </p:nvCxnSpPr>
        <p:spPr>
          <a:xfrm>
            <a:off x="8712200" y="6260800"/>
            <a:ext cx="3479800" cy="0"/>
          </a:xfrm>
          <a:prstGeom prst="line">
            <a:avLst/>
          </a:prstGeom>
          <a:ln w="25400">
            <a:solidFill>
              <a:schemeClr val="bg1"/>
            </a:solidFill>
            <a:headEnd type="none" w="sm" len="sm"/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89F03B79-7DFB-F046-9291-0210378D9C71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720000" y="2052000"/>
            <a:ext cx="6912000" cy="2322000"/>
          </a:xfrm>
        </p:spPr>
        <p:txBody>
          <a:bodyPr/>
          <a:lstStyle>
            <a:lvl1pPr marL="0" indent="0">
              <a:lnSpc>
                <a:spcPct val="74000"/>
              </a:lnSpc>
              <a:buNone/>
              <a:defRPr sz="6600" b="1" i="0" cap="all" spc="-160" baseline="0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Edit closing text</a:t>
            </a:r>
          </a:p>
        </p:txBody>
      </p:sp>
    </p:spTree>
    <p:extLst>
      <p:ext uri="{BB962C8B-B14F-4D97-AF65-F5344CB8AC3E}">
        <p14:creationId xmlns:p14="http://schemas.microsoft.com/office/powerpoint/2010/main" val="70891863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[White]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779550B-C9A7-0447-9CB9-8C0BB01237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0" i="0">
                <a:latin typeface="+mn-lt"/>
              </a:defRPr>
            </a:lvl1pPr>
          </a:lstStyle>
          <a:p>
            <a:r>
              <a:rPr lang="en-GB"/>
              <a:t>Inchcape</a:t>
            </a:r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872496F-8291-0F4A-B062-0E7E3FC4A2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0" i="0">
                <a:latin typeface="+mn-lt"/>
              </a:defRPr>
            </a:lvl1pPr>
          </a:lstStyle>
          <a:p>
            <a:fld id="{9A24425F-4E86-FA46-A893-E19B561985DA}" type="slidenum">
              <a:rPr lang="en-GB" smtClean="0"/>
              <a:pPr/>
              <a:t>‹Nº›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638654904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[Dark Blue]">
    <p:bg>
      <p:bgPr>
        <a:solidFill>
          <a:srgbClr val="001A4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779550B-C9A7-0447-9CB9-8C0BB01237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0" i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GB"/>
              <a:t>Inchcape</a:t>
            </a:r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872496F-8291-0F4A-B062-0E7E3FC4A2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0" i="0">
                <a:solidFill>
                  <a:schemeClr val="bg1"/>
                </a:solidFill>
                <a:latin typeface="+mn-lt"/>
              </a:defRPr>
            </a:lvl1pPr>
          </a:lstStyle>
          <a:p>
            <a:fld id="{9A24425F-4E86-FA46-A893-E19B561985DA}" type="slidenum">
              <a:rPr lang="en-GB" smtClean="0"/>
              <a:pPr/>
              <a:t>‹Nº›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928483195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[Eco Blue]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779550B-C9A7-0447-9CB9-8C0BB01237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0" i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GB"/>
              <a:t>Inchcape</a:t>
            </a:r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872496F-8291-0F4A-B062-0E7E3FC4A2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0" i="0">
                <a:solidFill>
                  <a:schemeClr val="bg1"/>
                </a:solidFill>
                <a:latin typeface="+mn-lt"/>
              </a:defRPr>
            </a:lvl1pPr>
          </a:lstStyle>
          <a:p>
            <a:fld id="{9A24425F-4E86-FA46-A893-E19B561985DA}" type="slidenum">
              <a:rPr lang="en-GB" smtClean="0"/>
              <a:pPr/>
              <a:t>‹Nº›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0423372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7D45025-1755-6C49-A381-D2CD78A705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9998" y="540000"/>
            <a:ext cx="10753200" cy="392415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/>
          <a:p>
            <a:endParaRPr lang="en-GB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C190FC0-B94B-984E-9575-720EE62B2E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20000" y="1422400"/>
            <a:ext cx="10753200" cy="48514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D0B60C-EFD3-794A-8F00-1D60C42A6D4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20000" y="252000"/>
            <a:ext cx="549831" cy="138499"/>
          </a:xfrm>
          <a:prstGeom prst="rect">
            <a:avLst/>
          </a:prstGeom>
        </p:spPr>
        <p:txBody>
          <a:bodyPr vert="horz" wrap="none" lIns="0" tIns="0" rIns="0" bIns="0" rtlCol="0" anchor="ctr">
            <a:spAutoFit/>
          </a:bodyPr>
          <a:lstStyle>
            <a:lvl1pPr algn="l">
              <a:defRPr sz="900" b="0" i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GB" dirty="0">
                <a:solidFill>
                  <a:srgbClr val="001A41"/>
                </a:solidFill>
              </a:rPr>
              <a:t>Inchcape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430B98-5EA5-5542-AFEB-7B5310CC389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31798" y="252000"/>
            <a:ext cx="141064" cy="138499"/>
          </a:xfrm>
          <a:prstGeom prst="rect">
            <a:avLst/>
          </a:prstGeom>
        </p:spPr>
        <p:txBody>
          <a:bodyPr vert="horz" wrap="none" lIns="0" tIns="0" rIns="0" bIns="0" rtlCol="0" anchor="ctr">
            <a:spAutoFit/>
          </a:bodyPr>
          <a:lstStyle>
            <a:lvl1pPr algn="r">
              <a:defRPr sz="900" b="0" i="0" spc="0" baseline="0">
                <a:solidFill>
                  <a:schemeClr val="tx1"/>
                </a:solidFill>
                <a:latin typeface="+mn-lt"/>
              </a:defRPr>
            </a:lvl1pPr>
          </a:lstStyle>
          <a:p>
            <a:fld id="{9A24425F-4E86-FA46-A893-E19B561985DA}" type="slidenum">
              <a:rPr lang="en-GB" smtClean="0"/>
              <a:pPr/>
              <a:t>‹Nº›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1725229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7" r:id="rId1"/>
    <p:sldLayoutId id="2147483692" r:id="rId2"/>
    <p:sldLayoutId id="2147483694" r:id="rId3"/>
    <p:sldLayoutId id="2147483672" r:id="rId4"/>
    <p:sldLayoutId id="2147483698" r:id="rId5"/>
    <p:sldLayoutId id="2147483699" r:id="rId6"/>
    <p:sldLayoutId id="2147483687" r:id="rId7"/>
    <p:sldLayoutId id="2147483688" r:id="rId8"/>
    <p:sldLayoutId id="2147483689" r:id="rId9"/>
    <p:sldLayoutId id="2147483695" r:id="rId10"/>
    <p:sldLayoutId id="2147483696" r:id="rId11"/>
    <p:sldLayoutId id="2147483697" r:id="rId12"/>
    <p:sldLayoutId id="2147483650" r:id="rId13"/>
    <p:sldLayoutId id="2147483676" r:id="rId14"/>
    <p:sldLayoutId id="2147483681" r:id="rId15"/>
    <p:sldLayoutId id="2147483677" r:id="rId16"/>
    <p:sldLayoutId id="2147483654" r:id="rId17"/>
    <p:sldLayoutId id="2147483708" r:id="rId18"/>
    <p:sldLayoutId id="2147483706" r:id="rId19"/>
    <p:sldLayoutId id="2147483709" r:id="rId20"/>
    <p:sldLayoutId id="2147483707" r:id="rId21"/>
    <p:sldLayoutId id="2147483683" r:id="rId22"/>
    <p:sldLayoutId id="2147483658" r:id="rId23"/>
    <p:sldLayoutId id="2147483710" r:id="rId24"/>
    <p:sldLayoutId id="2147483668" r:id="rId25"/>
    <p:sldLayoutId id="2147483680" r:id="rId26"/>
    <p:sldLayoutId id="2147483684" r:id="rId27"/>
    <p:sldLayoutId id="2147483669" r:id="rId28"/>
    <p:sldLayoutId id="2147483678" r:id="rId29"/>
    <p:sldLayoutId id="2147483685" r:id="rId30"/>
    <p:sldLayoutId id="2147483679" r:id="rId31"/>
    <p:sldLayoutId id="2147483660" r:id="rId32"/>
    <p:sldLayoutId id="2147483664" r:id="rId33"/>
    <p:sldLayoutId id="2147483659" r:id="rId34"/>
    <p:sldLayoutId id="2147483655" r:id="rId35"/>
    <p:sldLayoutId id="2147483690" r:id="rId36"/>
    <p:sldLayoutId id="2147483691" r:id="rId37"/>
  </p:sldLayoutIdLst>
  <p:hf hd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3000" b="1" i="0" kern="1200">
          <a:solidFill>
            <a:srgbClr val="001A41"/>
          </a:solidFill>
          <a:latin typeface="+mj-lt"/>
          <a:ea typeface="+mj-ea"/>
          <a:cs typeface="+mj-cs"/>
        </a:defRPr>
      </a:lvl1pPr>
    </p:titleStyle>
    <p:bodyStyle>
      <a:lvl1pPr marL="180000" indent="-180000" algn="l" defTabSz="914400" rtl="0" eaLnBrk="1" latinLnBrk="0" hangingPunct="1">
        <a:lnSpc>
          <a:spcPct val="100000"/>
        </a:lnSpc>
        <a:spcBef>
          <a:spcPts val="0"/>
        </a:spcBef>
        <a:spcAft>
          <a:spcPts val="1000"/>
        </a:spcAft>
        <a:buFont typeface="Wingdings" pitchFamily="2" charset="2"/>
        <a:buChar char="§"/>
        <a:tabLst/>
        <a:defRPr sz="1600" b="0" i="0" kern="1200">
          <a:solidFill>
            <a:srgbClr val="001A41"/>
          </a:solidFill>
          <a:latin typeface="+mn-lt"/>
          <a:ea typeface="+mn-ea"/>
          <a:cs typeface="+mn-cs"/>
        </a:defRPr>
      </a:lvl1pPr>
      <a:lvl2pPr marL="504825" indent="-152400" algn="l" defTabSz="914400" rtl="0" eaLnBrk="1" latinLnBrk="0" hangingPunct="1">
        <a:lnSpc>
          <a:spcPct val="100000"/>
        </a:lnSpc>
        <a:spcBef>
          <a:spcPts val="0"/>
        </a:spcBef>
        <a:spcAft>
          <a:spcPts val="1000"/>
        </a:spcAft>
        <a:buFont typeface="Wingdings" pitchFamily="2" charset="2"/>
        <a:buChar char="§"/>
        <a:tabLst/>
        <a:defRPr sz="1400" b="0" i="0" kern="1200">
          <a:solidFill>
            <a:srgbClr val="001A41"/>
          </a:solidFill>
          <a:latin typeface="+mn-lt"/>
          <a:ea typeface="+mn-ea"/>
          <a:cs typeface="+mn-cs"/>
        </a:defRPr>
      </a:lvl2pPr>
      <a:lvl3pPr marL="827088" indent="-142875" algn="l" defTabSz="914400" rtl="0" eaLnBrk="1" latinLnBrk="0" hangingPunct="1">
        <a:lnSpc>
          <a:spcPct val="100000"/>
        </a:lnSpc>
        <a:spcBef>
          <a:spcPts val="0"/>
        </a:spcBef>
        <a:spcAft>
          <a:spcPts val="1000"/>
        </a:spcAft>
        <a:buFont typeface="Wingdings" pitchFamily="2" charset="2"/>
        <a:buChar char="§"/>
        <a:tabLst/>
        <a:defRPr sz="1300" b="0" i="0" kern="1200">
          <a:solidFill>
            <a:srgbClr val="001A41"/>
          </a:solidFill>
          <a:latin typeface="+mn-lt"/>
          <a:ea typeface="+mn-ea"/>
          <a:cs typeface="+mn-cs"/>
        </a:defRPr>
      </a:lvl3pPr>
      <a:lvl4pPr marL="1150938" indent="-122238" algn="l" defTabSz="914400" rtl="0" eaLnBrk="1" latinLnBrk="0" hangingPunct="1">
        <a:lnSpc>
          <a:spcPct val="100000"/>
        </a:lnSpc>
        <a:spcBef>
          <a:spcPts val="0"/>
        </a:spcBef>
        <a:spcAft>
          <a:spcPts val="1000"/>
        </a:spcAft>
        <a:buFont typeface="Wingdings" pitchFamily="2" charset="2"/>
        <a:buChar char="§"/>
        <a:tabLst/>
        <a:defRPr sz="1200" b="0" i="0" kern="1200">
          <a:solidFill>
            <a:srgbClr val="001A41"/>
          </a:solidFill>
          <a:latin typeface="+mn-lt"/>
          <a:ea typeface="+mn-ea"/>
          <a:cs typeface="+mn-cs"/>
        </a:defRPr>
      </a:lvl4pPr>
      <a:lvl5pPr marL="1476000" indent="-114300" algn="l" defTabSz="914400" rtl="0" eaLnBrk="1" latinLnBrk="0" hangingPunct="1">
        <a:lnSpc>
          <a:spcPct val="100000"/>
        </a:lnSpc>
        <a:spcBef>
          <a:spcPts val="0"/>
        </a:spcBef>
        <a:spcAft>
          <a:spcPts val="1000"/>
        </a:spcAft>
        <a:buFont typeface="Wingdings" pitchFamily="2" charset="2"/>
        <a:buChar char="§"/>
        <a:tabLst/>
        <a:defRPr sz="1100" b="0" i="0" kern="1200">
          <a:solidFill>
            <a:srgbClr val="001A4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pos="7227" userDrawn="1">
          <p15:clr>
            <a:srgbClr val="F26B43"/>
          </p15:clr>
        </p15:guide>
        <p15:guide id="7" orient="horz" pos="896" userDrawn="1">
          <p15:clr>
            <a:srgbClr val="F26B43"/>
          </p15:clr>
        </p15:guide>
        <p15:guide id="8" orient="horz" pos="3952" userDrawn="1">
          <p15:clr>
            <a:srgbClr val="F26B43"/>
          </p15:clr>
        </p15:guide>
        <p15:guide id="11" pos="453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7.xml"/><Relationship Id="rId4" Type="http://schemas.openxmlformats.org/officeDocument/2006/relationships/image" Target="../media/image21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4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7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3" Type="http://schemas.openxmlformats.org/officeDocument/2006/relationships/image" Target="../media/image22.png"/><Relationship Id="rId7" Type="http://schemas.openxmlformats.org/officeDocument/2006/relationships/image" Target="../media/image26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7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4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7.xml"/><Relationship Id="rId4" Type="http://schemas.openxmlformats.org/officeDocument/2006/relationships/image" Target="../media/image29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4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22376" y="1554480"/>
            <a:ext cx="7863840" cy="29260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19BDE6"/>
                </a:solidFill>
                <a:latin typeface="Century Gothic"/>
              </a:rPr>
              <a:t>CAPSTONE 2026-2 · FASE 2 · DESARROLLO DEL PROYECTO APT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22376" y="1965960"/>
            <a:ext cx="8412480" cy="23774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100" b="1" i="0">
                <a:solidFill>
                  <a:srgbClr val="FFFFFF"/>
                </a:solidFill>
                <a:latin typeface="Century Gothic"/>
              </a:rPr>
              <a:t>APLICACIÓN DE PROYECCIÓN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100" b="1" i="0">
                <a:solidFill>
                  <a:srgbClr val="FFFFFF"/>
                </a:solidFill>
                <a:latin typeface="Century Gothic"/>
              </a:rPr>
              <a:t>DE DEMANDA DE REPUESTOS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100" b="1" i="0">
                <a:solidFill>
                  <a:srgbClr val="19BDE6"/>
                </a:solidFill>
                <a:latin typeface="Century Gothic"/>
              </a:rPr>
              <a:t>PARA INCHCAPE CHILE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22376" y="4526280"/>
            <a:ext cx="7498079" cy="685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FFFFFF"/>
                </a:solidFill>
                <a:latin typeface="Century Gothic"/>
              </a:rPr>
              <a:t>Avance del desarrollo: el producto casi terminado, su validación con datos reales y lo que aprendimos en el camino.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58952" y="5486400"/>
            <a:ext cx="4078224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19BDE6"/>
                </a:solidFill>
                <a:latin typeface="Century Gothic"/>
              </a:rPr>
              <a:t>EQUIPO</a:t>
            </a:r>
          </a:p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FFFFFF"/>
                </a:solidFill>
                <a:latin typeface="Century Gothic"/>
              </a:rPr>
              <a:t>Angelo Henríquez · Tania Aburto · Jorge Cavieres</a:t>
            </a:r>
          </a:p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FFFFFF"/>
                </a:solidFill>
                <a:latin typeface="Century Gothic"/>
              </a:rPr>
              <a:t>Ingeniería en Informática · Sede Maipú Duoc UC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202936" y="5486400"/>
            <a:ext cx="4160520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19BDE6"/>
                </a:solidFill>
                <a:latin typeface="Century Gothic"/>
              </a:rPr>
              <a:t>ASIGNATURA</a:t>
            </a:r>
          </a:p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FFFFFF"/>
                </a:solidFill>
                <a:latin typeface="Century Gothic"/>
              </a:rPr>
              <a:t>PTY4614 Capstone · Docente: Jorge Guzman</a:t>
            </a:r>
          </a:p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FFFFFF"/>
                </a:solidFill>
                <a:latin typeface="Century Gothic"/>
              </a:rPr>
              <a:t>Fase 2 · Avance del desarrollo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200" b="1">
                <a:solidFill>
                  <a:srgbClr val="001A41"/>
                </a:solidFill>
                <a:latin typeface="Century Gothic"/>
              </a:rPr>
              <a:t>Contenido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22376" y="246888"/>
            <a:ext cx="1828800" cy="16459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39464F"/>
                </a:solidFill>
                <a:latin typeface="Century Gothic"/>
              </a:rPr>
              <a:t>Inchcape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78440" y="246888"/>
            <a:ext cx="1097280" cy="16459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spcAft>
                <a:spcPts val="0"/>
              </a:spcAft>
            </a:pPr>
            <a:r>
              <a:rPr sz="800" b="0" i="0">
                <a:solidFill>
                  <a:srgbClr val="39464F"/>
                </a:solidFill>
                <a:latin typeface="Century Gothic"/>
              </a:rPr>
              <a:t>2</a:t>
            </a:r>
          </a:p>
        </p:txBody>
      </p:sp>
      <p:sp>
        <p:nvSpPr>
          <p:cNvPr id="5" name="Snip Single Corner Rectangle 4"/>
          <p:cNvSpPr/>
          <p:nvPr/>
        </p:nvSpPr>
        <p:spPr>
          <a:xfrm>
            <a:off x="722376" y="1188720"/>
            <a:ext cx="10753344" cy="731520"/>
          </a:xfrm>
          <a:prstGeom prst="snip1Rect">
            <a:avLst>
              <a:gd name="adj" fmla="val 8999"/>
            </a:avLst>
          </a:prstGeom>
          <a:solidFill>
            <a:srgbClr val="FFFFFF"/>
          </a:solidFill>
          <a:ln w="15875">
            <a:solidFill>
              <a:srgbClr val="001A4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" name="Oval 5"/>
          <p:cNvSpPr/>
          <p:nvPr/>
        </p:nvSpPr>
        <p:spPr>
          <a:xfrm>
            <a:off x="1014984" y="1316736"/>
            <a:ext cx="475488" cy="475488"/>
          </a:xfrm>
          <a:prstGeom prst="ellipse">
            <a:avLst/>
          </a:prstGeom>
          <a:solidFill>
            <a:srgbClr val="001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00" b="1" i="0">
                <a:solidFill>
                  <a:srgbClr val="FFFFFF"/>
                </a:solidFill>
                <a:latin typeface="Century Gothic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83080" y="1307592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001A41"/>
                </a:solidFill>
                <a:latin typeface="Century Gothic"/>
              </a:rPr>
              <a:t>Problema y solución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83080" y="1600200"/>
            <a:ext cx="8046720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39464F"/>
                </a:solidFill>
                <a:latin typeface="Century Gothic"/>
              </a:rPr>
              <a:t>La brecha que motiva el proyecto, el alcance y el proceso de negocio.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24160" y="1408176"/>
            <a:ext cx="77724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spcAft>
                <a:spcPts val="0"/>
              </a:spcAft>
            </a:pPr>
            <a:r>
              <a:rPr sz="1200" b="1" i="0">
                <a:solidFill>
                  <a:srgbClr val="19BDE6"/>
                </a:solidFill>
                <a:latin typeface="Century Gothic"/>
              </a:rPr>
              <a:t>3</a:t>
            </a:r>
          </a:p>
        </p:txBody>
      </p:sp>
      <p:sp>
        <p:nvSpPr>
          <p:cNvPr id="10" name="Snip Single Corner Rectangle 9"/>
          <p:cNvSpPr/>
          <p:nvPr/>
        </p:nvSpPr>
        <p:spPr>
          <a:xfrm>
            <a:off x="722376" y="2029968"/>
            <a:ext cx="10753344" cy="731520"/>
          </a:xfrm>
          <a:prstGeom prst="snip1Rect">
            <a:avLst>
              <a:gd name="adj" fmla="val 8999"/>
            </a:avLst>
          </a:prstGeom>
          <a:solidFill>
            <a:srgbClr val="FFFFFF"/>
          </a:solidFill>
          <a:ln w="15875">
            <a:solidFill>
              <a:srgbClr val="19B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" name="Oval 10"/>
          <p:cNvSpPr/>
          <p:nvPr/>
        </p:nvSpPr>
        <p:spPr>
          <a:xfrm>
            <a:off x="1014984" y="2157984"/>
            <a:ext cx="475488" cy="475488"/>
          </a:xfrm>
          <a:prstGeom prst="ellipse">
            <a:avLst/>
          </a:prstGeom>
          <a:solidFill>
            <a:srgbClr val="19BD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00" b="1" i="0">
                <a:solidFill>
                  <a:srgbClr val="001A41"/>
                </a:solidFill>
                <a:latin typeface="Century Gothic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83080" y="2148840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001A41"/>
                </a:solidFill>
                <a:latin typeface="Century Gothic"/>
              </a:rPr>
              <a:t>Metodología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83080" y="2441448"/>
            <a:ext cx="8046720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39464F"/>
                </a:solidFill>
                <a:latin typeface="Century Gothic"/>
              </a:rPr>
              <a:t>Cascada para gestionar el proyecto, CRISP-DM para el modelo, y por qué.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424160" y="2249424"/>
            <a:ext cx="77724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spcAft>
                <a:spcPts val="0"/>
              </a:spcAft>
            </a:pPr>
            <a:r>
              <a:rPr sz="1200" b="1" i="0">
                <a:solidFill>
                  <a:srgbClr val="19BDE6"/>
                </a:solidFill>
                <a:latin typeface="Century Gothic"/>
              </a:rPr>
              <a:t>9</a:t>
            </a:r>
          </a:p>
        </p:txBody>
      </p:sp>
      <p:sp>
        <p:nvSpPr>
          <p:cNvPr id="15" name="Snip Single Corner Rectangle 14"/>
          <p:cNvSpPr/>
          <p:nvPr/>
        </p:nvSpPr>
        <p:spPr>
          <a:xfrm>
            <a:off x="722376" y="2871216"/>
            <a:ext cx="10753344" cy="731520"/>
          </a:xfrm>
          <a:prstGeom prst="snip1Rect">
            <a:avLst>
              <a:gd name="adj" fmla="val 8999"/>
            </a:avLst>
          </a:prstGeom>
          <a:solidFill>
            <a:srgbClr val="FFFFFF"/>
          </a:solidFill>
          <a:ln w="15875">
            <a:solidFill>
              <a:srgbClr val="001A4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6" name="Oval 15"/>
          <p:cNvSpPr/>
          <p:nvPr/>
        </p:nvSpPr>
        <p:spPr>
          <a:xfrm>
            <a:off x="1014984" y="2999232"/>
            <a:ext cx="475488" cy="475488"/>
          </a:xfrm>
          <a:prstGeom prst="ellipse">
            <a:avLst/>
          </a:prstGeom>
          <a:solidFill>
            <a:srgbClr val="001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00" b="1" i="0">
                <a:solidFill>
                  <a:srgbClr val="FFFFFF"/>
                </a:solidFill>
                <a:latin typeface="Century Gothic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783080" y="2990088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001A41"/>
                </a:solidFill>
                <a:latin typeface="Century Gothic"/>
              </a:rPr>
              <a:t>Diseño de la solución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783080" y="3282696"/>
            <a:ext cx="8046720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39464F"/>
                </a:solidFill>
                <a:latin typeface="Century Gothic"/>
              </a:rPr>
              <a:t>Arquitectura, tecnologías y modelo de datos.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424160" y="3090672"/>
            <a:ext cx="77724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spcAft>
                <a:spcPts val="0"/>
              </a:spcAft>
            </a:pPr>
            <a:r>
              <a:rPr sz="1200" b="1" i="0">
                <a:solidFill>
                  <a:srgbClr val="19BDE6"/>
                </a:solidFill>
                <a:latin typeface="Century Gothic"/>
              </a:rPr>
              <a:t>14</a:t>
            </a:r>
          </a:p>
        </p:txBody>
      </p:sp>
      <p:sp>
        <p:nvSpPr>
          <p:cNvPr id="20" name="Snip Single Corner Rectangle 19"/>
          <p:cNvSpPr/>
          <p:nvPr/>
        </p:nvSpPr>
        <p:spPr>
          <a:xfrm>
            <a:off x="722376" y="3712464"/>
            <a:ext cx="10753344" cy="731520"/>
          </a:xfrm>
          <a:prstGeom prst="snip1Rect">
            <a:avLst>
              <a:gd name="adj" fmla="val 8999"/>
            </a:avLst>
          </a:prstGeom>
          <a:solidFill>
            <a:srgbClr val="FFFFFF"/>
          </a:solidFill>
          <a:ln w="15875">
            <a:solidFill>
              <a:srgbClr val="19B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1" name="Oval 20"/>
          <p:cNvSpPr/>
          <p:nvPr/>
        </p:nvSpPr>
        <p:spPr>
          <a:xfrm>
            <a:off x="1014984" y="3840480"/>
            <a:ext cx="475488" cy="475488"/>
          </a:xfrm>
          <a:prstGeom prst="ellipse">
            <a:avLst/>
          </a:prstGeom>
          <a:solidFill>
            <a:srgbClr val="19BD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00" b="1" i="0">
                <a:solidFill>
                  <a:srgbClr val="001A41"/>
                </a:solidFill>
                <a:latin typeface="Century Gothic"/>
              </a:rP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783080" y="3831336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001A41"/>
                </a:solidFill>
                <a:latin typeface="Century Gothic"/>
              </a:rPr>
              <a:t>Avance del producto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783080" y="4123944"/>
            <a:ext cx="8046720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39464F"/>
                </a:solidFill>
                <a:latin typeface="Century Gothic"/>
              </a:rPr>
              <a:t>La aplicación, el modelo validado con datos reales y sus límites.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424160" y="3931920"/>
            <a:ext cx="77724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spcAft>
                <a:spcPts val="0"/>
              </a:spcAft>
            </a:pPr>
            <a:r>
              <a:rPr sz="1200" b="1" i="0">
                <a:solidFill>
                  <a:srgbClr val="19BDE6"/>
                </a:solidFill>
                <a:latin typeface="Century Gothic"/>
              </a:rPr>
              <a:t>18</a:t>
            </a:r>
          </a:p>
        </p:txBody>
      </p:sp>
      <p:sp>
        <p:nvSpPr>
          <p:cNvPr id="25" name="Snip Single Corner Rectangle 24"/>
          <p:cNvSpPr/>
          <p:nvPr/>
        </p:nvSpPr>
        <p:spPr>
          <a:xfrm>
            <a:off x="722376" y="4553712"/>
            <a:ext cx="10753344" cy="731520"/>
          </a:xfrm>
          <a:prstGeom prst="snip1Rect">
            <a:avLst>
              <a:gd name="adj" fmla="val 8999"/>
            </a:avLst>
          </a:prstGeom>
          <a:solidFill>
            <a:srgbClr val="FFFFFF"/>
          </a:solidFill>
          <a:ln w="15875">
            <a:solidFill>
              <a:srgbClr val="001A4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6" name="Oval 25"/>
          <p:cNvSpPr/>
          <p:nvPr/>
        </p:nvSpPr>
        <p:spPr>
          <a:xfrm>
            <a:off x="1014984" y="4681728"/>
            <a:ext cx="475488" cy="475488"/>
          </a:xfrm>
          <a:prstGeom prst="ellipse">
            <a:avLst/>
          </a:prstGeom>
          <a:solidFill>
            <a:srgbClr val="001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00" b="1" i="0">
                <a:solidFill>
                  <a:srgbClr val="FFFFFF"/>
                </a:solidFill>
                <a:latin typeface="Century Gothic"/>
              </a:rPr>
              <a:t>05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783080" y="4672584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001A41"/>
                </a:solidFill>
                <a:latin typeface="Century Gothic"/>
              </a:rPr>
              <a:t>Plan de pruebas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783080" y="4965192"/>
            <a:ext cx="8046720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39464F"/>
                </a:solidFill>
                <a:latin typeface="Century Gothic"/>
              </a:rPr>
              <a:t>Casos ejecutados, evidencias y errores encontrados.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424160" y="4773168"/>
            <a:ext cx="77724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spcAft>
                <a:spcPts val="0"/>
              </a:spcAft>
            </a:pPr>
            <a:r>
              <a:rPr sz="1200" b="1" i="0">
                <a:solidFill>
                  <a:srgbClr val="19BDE6"/>
                </a:solidFill>
                <a:latin typeface="Century Gothic"/>
              </a:rPr>
              <a:t>23</a:t>
            </a:r>
          </a:p>
        </p:txBody>
      </p:sp>
      <p:sp>
        <p:nvSpPr>
          <p:cNvPr id="30" name="Snip Single Corner Rectangle 29"/>
          <p:cNvSpPr/>
          <p:nvPr/>
        </p:nvSpPr>
        <p:spPr>
          <a:xfrm>
            <a:off x="722376" y="5394960"/>
            <a:ext cx="10753344" cy="731520"/>
          </a:xfrm>
          <a:prstGeom prst="snip1Rect">
            <a:avLst>
              <a:gd name="adj" fmla="val 8999"/>
            </a:avLst>
          </a:prstGeom>
          <a:solidFill>
            <a:srgbClr val="FFFFFF"/>
          </a:solidFill>
          <a:ln w="15875">
            <a:solidFill>
              <a:srgbClr val="19B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1" name="Oval 30"/>
          <p:cNvSpPr/>
          <p:nvPr/>
        </p:nvSpPr>
        <p:spPr>
          <a:xfrm>
            <a:off x="1014984" y="5522976"/>
            <a:ext cx="475488" cy="475488"/>
          </a:xfrm>
          <a:prstGeom prst="ellipse">
            <a:avLst/>
          </a:prstGeom>
          <a:solidFill>
            <a:srgbClr val="19BD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00" b="1" i="0">
                <a:solidFill>
                  <a:srgbClr val="001A41"/>
                </a:solidFill>
                <a:latin typeface="Century Gothic"/>
              </a:rPr>
              <a:t>06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783080" y="5513832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001A41"/>
                </a:solidFill>
                <a:latin typeface="Century Gothic"/>
              </a:rPr>
              <a:t>Retrospectiva y cierre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783080" y="5806440"/>
            <a:ext cx="8046720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39464F"/>
                </a:solidFill>
                <a:latin typeface="Century Gothic"/>
              </a:rPr>
              <a:t>Qué nos costó, cómo lo resolvimos, conclusiones y demo.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424160" y="5614416"/>
            <a:ext cx="77724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spcAft>
                <a:spcPts val="0"/>
              </a:spcAft>
            </a:pPr>
            <a:r>
              <a:rPr sz="1200" b="1" i="0">
                <a:solidFill>
                  <a:srgbClr val="19BDE6"/>
                </a:solidFill>
                <a:latin typeface="Century Gothic"/>
              </a:rPr>
              <a:t>26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22376" y="1783080"/>
            <a:ext cx="7863840" cy="320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19BDE6"/>
                </a:solidFill>
                <a:latin typeface="Century Gothic"/>
              </a:rPr>
              <a:t>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22376" y="2240280"/>
            <a:ext cx="8595360" cy="21031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800" b="1" i="0">
                <a:solidFill>
                  <a:srgbClr val="FFFFFF"/>
                </a:solidFill>
                <a:latin typeface="Century Gothic"/>
              </a:rPr>
              <a:t>PROBLEMA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800" b="1" i="0">
                <a:solidFill>
                  <a:srgbClr val="FFFFFF"/>
                </a:solidFill>
                <a:latin typeface="Century Gothic"/>
              </a:rPr>
              <a:t>Y SOLUCIÓN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22376" y="4709160"/>
            <a:ext cx="7680960" cy="8229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9BDE6"/>
                </a:solidFill>
                <a:latin typeface="Century Gothic"/>
              </a:rPr>
              <a:t>Qué problema resolvemos, para quién y hasta dónde llega el proyecto.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200" b="1">
                <a:solidFill>
                  <a:srgbClr val="001A41"/>
                </a:solidFill>
                <a:latin typeface="Century Gothic"/>
              </a:rPr>
              <a:t>Problemática y solución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22376" y="246888"/>
            <a:ext cx="1828800" cy="16459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39464F"/>
                </a:solidFill>
                <a:latin typeface="Century Gothic"/>
              </a:rPr>
              <a:t>Inchcape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78440" y="246888"/>
            <a:ext cx="1097280" cy="16459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spcAft>
                <a:spcPts val="0"/>
              </a:spcAft>
            </a:pPr>
            <a:r>
              <a:rPr sz="800" b="0" i="0">
                <a:solidFill>
                  <a:srgbClr val="39464F"/>
                </a:solidFill>
                <a:latin typeface="Century Gothic"/>
              </a:rPr>
              <a:t>4</a:t>
            </a:r>
          </a:p>
        </p:txBody>
      </p:sp>
      <p:sp>
        <p:nvSpPr>
          <p:cNvPr id="5" name="Snip Single Corner Rectangle 4"/>
          <p:cNvSpPr/>
          <p:nvPr/>
        </p:nvSpPr>
        <p:spPr>
          <a:xfrm>
            <a:off x="722376" y="1207008"/>
            <a:ext cx="5257800" cy="5029200"/>
          </a:xfrm>
          <a:prstGeom prst="snip1Rect">
            <a:avLst>
              <a:gd name="adj" fmla="val 9000"/>
            </a:avLst>
          </a:prstGeom>
          <a:solidFill>
            <a:srgbClr val="001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05840" y="1481328"/>
            <a:ext cx="45720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19BDE6"/>
                </a:solidFill>
                <a:latin typeface="Century Gothic"/>
              </a:rPr>
              <a:t>PROBLEMÁTICA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2057400" cy="8229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5400" b="1" i="0">
                <a:solidFill>
                  <a:srgbClr val="FFFFFF"/>
                </a:solidFill>
                <a:latin typeface="Century Gothic"/>
              </a:rPr>
              <a:t>88%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63240" y="1901952"/>
            <a:ext cx="2651760" cy="7772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FFFFFF"/>
                </a:solidFill>
                <a:latin typeface="Century Gothic"/>
              </a:rPr>
              <a:t>fill rate de Chile al cierre del primer semestre de 2026, frente a una meta de </a:t>
            </a:r>
            <a:r>
              <a:rPr sz="1100" b="1" i="0">
                <a:solidFill>
                  <a:srgbClr val="FFFFFF"/>
                </a:solidFill>
                <a:latin typeface="Century Gothic"/>
              </a:rPr>
              <a:t>90% a diciembre</a:t>
            </a:r>
            <a:r>
              <a:rPr sz="1100" b="0" i="0">
                <a:solidFill>
                  <a:srgbClr val="FFFFFF"/>
                </a:solidFill>
                <a:latin typeface="Century Gothic"/>
              </a:rPr>
              <a:t>.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005840" y="2926080"/>
            <a:ext cx="4663440" cy="0"/>
          </a:xfrm>
          <a:prstGeom prst="line">
            <a:avLst/>
          </a:prstGeom>
          <a:ln w="9525">
            <a:solidFill>
              <a:srgbClr val="19BD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005840" y="3108960"/>
            <a:ext cx="4663440" cy="2926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155448" indent="-155448" algn="l">
              <a:spcAft>
                <a:spcPts val="900"/>
              </a:spcAft>
              <a:buClr>
                <a:srgbClr val="19BDE6"/>
              </a:buClr>
              <a:buFont typeface="Arial"/>
              <a:buChar char="•"/>
            </a:pPr>
            <a:r>
              <a:rPr sz="1100" b="1" i="0">
                <a:solidFill>
                  <a:srgbClr val="FFFFFF"/>
                </a:solidFill>
                <a:latin typeface="Century Gothic"/>
              </a:rPr>
              <a:t>Solo el 2,8% del catálogo</a:t>
            </a:r>
            <a:r>
              <a:rPr sz="1100" b="0" i="0">
                <a:solidFill>
                  <a:srgbClr val="FFFFFF"/>
                </a:solidFill>
                <a:latin typeface="Century Gothic"/>
              </a:rPr>
              <a:t> recibe revisión: 6.280 de 225.264 códigos. El resto se compra con el número del sistema.</a:t>
            </a:r>
          </a:p>
          <a:p>
            <a:pPr marL="155448" indent="-155448" algn="l">
              <a:spcAft>
                <a:spcPts val="900"/>
              </a:spcAft>
              <a:buClr>
                <a:srgbClr val="19BDE6"/>
              </a:buClr>
              <a:buFont typeface="Arial"/>
              <a:buChar char="•"/>
            </a:pPr>
            <a:r>
              <a:rPr sz="1100" b="1" i="0">
                <a:solidFill>
                  <a:srgbClr val="FFFFFF"/>
                </a:solidFill>
                <a:latin typeface="Century Gothic"/>
              </a:rPr>
              <a:t>Error de proyección cercano al 50%</a:t>
            </a:r>
            <a:r>
              <a:rPr sz="1100" b="0" i="0">
                <a:solidFill>
                  <a:srgbClr val="FFFFFF"/>
                </a:solidFill>
                <a:latin typeface="Century Gothic"/>
              </a:rPr>
              <a:t>, con la información repartida en planillas sin trazabilidad.</a:t>
            </a:r>
          </a:p>
          <a:p>
            <a:pPr marL="155448" indent="-155448" algn="l">
              <a:spcAft>
                <a:spcPts val="0"/>
              </a:spcAft>
              <a:buClr>
                <a:srgbClr val="19BDE6"/>
              </a:buClr>
              <a:buFont typeface="Arial"/>
              <a:buChar char="•"/>
            </a:pPr>
            <a:r>
              <a:rPr sz="1100" b="1" i="0">
                <a:solidFill>
                  <a:srgbClr val="FFFFFF"/>
                </a:solidFill>
                <a:latin typeface="Century Gothic"/>
              </a:rPr>
              <a:t>Los códigos nuevos no tienen historia</a:t>
            </a:r>
            <a:r>
              <a:rPr sz="1100" b="0" i="0">
                <a:solidFill>
                  <a:srgbClr val="FFFFFF"/>
                </a:solidFill>
                <a:latin typeface="Century Gothic"/>
              </a:rPr>
              <a:t> de venta: los métodos clásicos no pueden proyectarlos.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4864608"/>
            <a:ext cx="4572000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19BDE6"/>
                </a:solidFill>
                <a:latin typeface="Century Gothic"/>
              </a:rPr>
              <a:t>CUANDO EL PEDIDO NO SE ATIENDE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05840" y="5157216"/>
            <a:ext cx="1463040" cy="749808"/>
          </a:xfrm>
          <a:prstGeom prst="rect">
            <a:avLst/>
          </a:prstGeom>
          <a:solidFill>
            <a:srgbClr val="152C47"/>
          </a:solidFill>
          <a:ln w="9525">
            <a:solidFill>
              <a:srgbClr val="19B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078992" y="5157216"/>
            <a:ext cx="1316736" cy="74980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Aft>
                <a:spcPts val="0"/>
              </a:spcAft>
            </a:pPr>
            <a:r>
              <a:rPr sz="950" b="1" i="0">
                <a:solidFill>
                  <a:srgbClr val="FFFFFF"/>
                </a:solidFill>
                <a:latin typeface="Century Gothic"/>
              </a:rPr>
              <a:t>Vehículo detenido (VOR)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578608" y="5157216"/>
            <a:ext cx="1463040" cy="749808"/>
          </a:xfrm>
          <a:prstGeom prst="rect">
            <a:avLst/>
          </a:prstGeom>
          <a:solidFill>
            <a:srgbClr val="152C47"/>
          </a:solidFill>
          <a:ln w="9525">
            <a:solidFill>
              <a:srgbClr val="19B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2651760" y="5157216"/>
            <a:ext cx="1316736" cy="74980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Aft>
                <a:spcPts val="0"/>
              </a:spcAft>
            </a:pPr>
            <a:r>
              <a:rPr sz="950" b="1" i="0">
                <a:solidFill>
                  <a:srgbClr val="FFFFFF"/>
                </a:solidFill>
                <a:latin typeface="Century Gothic"/>
              </a:rPr>
              <a:t>Venta perdida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151376" y="5157216"/>
            <a:ext cx="1463040" cy="749808"/>
          </a:xfrm>
          <a:prstGeom prst="rect">
            <a:avLst/>
          </a:prstGeom>
          <a:solidFill>
            <a:srgbClr val="152C47"/>
          </a:solidFill>
          <a:ln w="9525">
            <a:solidFill>
              <a:srgbClr val="19B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224528" y="5157216"/>
            <a:ext cx="1316736" cy="74980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Aft>
                <a:spcPts val="0"/>
              </a:spcAft>
            </a:pPr>
            <a:r>
              <a:rPr sz="950" b="1" i="0">
                <a:solidFill>
                  <a:srgbClr val="FFFFFF"/>
                </a:solidFill>
                <a:latin typeface="Century Gothic"/>
              </a:rPr>
              <a:t>Embarques aéreos de emergencia</a:t>
            </a:r>
          </a:p>
        </p:txBody>
      </p:sp>
      <p:sp>
        <p:nvSpPr>
          <p:cNvPr id="18" name="Snip Single Corner Rectangle 17"/>
          <p:cNvSpPr/>
          <p:nvPr/>
        </p:nvSpPr>
        <p:spPr>
          <a:xfrm>
            <a:off x="6217920" y="1207008"/>
            <a:ext cx="5257800" cy="5029200"/>
          </a:xfrm>
          <a:prstGeom prst="snip1Rect">
            <a:avLst>
              <a:gd name="adj" fmla="val 9000"/>
            </a:avLst>
          </a:prstGeom>
          <a:solidFill>
            <a:srgbClr val="FFFFFF"/>
          </a:solidFill>
          <a:ln w="15875">
            <a:solidFill>
              <a:srgbClr val="19B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492240" y="1481328"/>
            <a:ext cx="45720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19BDE6"/>
                </a:solidFill>
                <a:latin typeface="Century Gothic"/>
              </a:rPr>
              <a:t>SOLUCIÓN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1783080"/>
            <a:ext cx="4754880" cy="7315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300" b="1" i="0" dirty="0">
                <a:solidFill>
                  <a:srgbClr val="001A41"/>
                </a:solidFill>
                <a:latin typeface="Century Gothic"/>
              </a:rPr>
              <a:t>Una </a:t>
            </a:r>
            <a:r>
              <a:rPr sz="1300" b="1" i="0" dirty="0" err="1">
                <a:solidFill>
                  <a:srgbClr val="001A41"/>
                </a:solidFill>
                <a:latin typeface="Century Gothic"/>
              </a:rPr>
              <a:t>aplicación</a:t>
            </a:r>
            <a:r>
              <a:rPr sz="1300" b="1" i="0" dirty="0">
                <a:solidFill>
                  <a:srgbClr val="001A41"/>
                </a:solidFill>
                <a:latin typeface="Century Gothic"/>
              </a:rPr>
              <a:t> web </a:t>
            </a:r>
            <a:r>
              <a:rPr lang="es-CL" sz="1300" b="1" i="0" dirty="0">
                <a:solidFill>
                  <a:srgbClr val="001A41"/>
                </a:solidFill>
                <a:latin typeface="Century Gothic"/>
              </a:rPr>
              <a:t>de </a:t>
            </a:r>
            <a:r>
              <a:rPr sz="1300" b="1" i="0" dirty="0" err="1">
                <a:solidFill>
                  <a:srgbClr val="001A41"/>
                </a:solidFill>
                <a:latin typeface="Century Gothic"/>
              </a:rPr>
              <a:t>Planificación</a:t>
            </a:r>
            <a:r>
              <a:rPr sz="1300" b="1" i="0" dirty="0">
                <a:solidFill>
                  <a:srgbClr val="001A41"/>
                </a:solidFill>
                <a:latin typeface="Century Gothic"/>
              </a:rPr>
              <a:t> y </a:t>
            </a:r>
            <a:r>
              <a:rPr sz="1300" b="1" i="0" dirty="0" err="1">
                <a:solidFill>
                  <a:srgbClr val="001A41"/>
                </a:solidFill>
                <a:latin typeface="Century Gothic"/>
              </a:rPr>
              <a:t>Compras</a:t>
            </a:r>
            <a:r>
              <a:rPr lang="es-CL" sz="1300" b="1" i="0" dirty="0">
                <a:solidFill>
                  <a:srgbClr val="001A41"/>
                </a:solidFill>
                <a:latin typeface="Century Gothic"/>
              </a:rPr>
              <a:t> que</a:t>
            </a:r>
            <a:r>
              <a:rPr sz="1300" b="1" i="0" dirty="0">
                <a:solidFill>
                  <a:srgbClr val="001A41"/>
                </a:solidFill>
                <a:latin typeface="Century Gothic"/>
              </a:rPr>
              <a:t> opera </a:t>
            </a:r>
            <a:r>
              <a:rPr sz="1300" b="1" i="0" dirty="0" err="1">
                <a:solidFill>
                  <a:srgbClr val="001A41"/>
                </a:solidFill>
                <a:latin typeface="Century Gothic"/>
              </a:rPr>
              <a:t>cada</a:t>
            </a:r>
            <a:r>
              <a:rPr sz="1300" b="1" i="0" dirty="0">
                <a:solidFill>
                  <a:srgbClr val="001A41"/>
                </a:solidFill>
                <a:latin typeface="Century Gothic"/>
              </a:rPr>
              <a:t> </a:t>
            </a:r>
            <a:r>
              <a:rPr sz="1300" b="1" i="0" dirty="0" err="1">
                <a:solidFill>
                  <a:srgbClr val="001A41"/>
                </a:solidFill>
                <a:latin typeface="Century Gothic"/>
              </a:rPr>
              <a:t>mes</a:t>
            </a:r>
            <a:r>
              <a:rPr sz="1300" b="1" i="0" dirty="0">
                <a:solidFill>
                  <a:srgbClr val="001A41"/>
                </a:solidFill>
                <a:latin typeface="Century Gothic"/>
              </a:rPr>
              <a:t>, sin </a:t>
            </a:r>
            <a:r>
              <a:rPr sz="1300" b="1" i="0" dirty="0" err="1">
                <a:solidFill>
                  <a:srgbClr val="001A41"/>
                </a:solidFill>
                <a:latin typeface="Century Gothic"/>
              </a:rPr>
              <a:t>planillas</a:t>
            </a:r>
            <a:r>
              <a:rPr sz="1300" b="1" i="0" dirty="0">
                <a:solidFill>
                  <a:srgbClr val="001A41"/>
                </a:solidFill>
                <a:latin typeface="Century Gothic"/>
              </a:rPr>
              <a:t> y sin </a:t>
            </a:r>
            <a:r>
              <a:rPr sz="1300" b="1" i="0" dirty="0" err="1">
                <a:solidFill>
                  <a:srgbClr val="001A41"/>
                </a:solidFill>
                <a:latin typeface="Century Gothic"/>
              </a:rPr>
              <a:t>apoyo</a:t>
            </a:r>
            <a:r>
              <a:rPr sz="1300" b="1" i="0" dirty="0">
                <a:solidFill>
                  <a:srgbClr val="001A41"/>
                </a:solidFill>
                <a:latin typeface="Century Gothic"/>
              </a:rPr>
              <a:t> </a:t>
            </a:r>
            <a:r>
              <a:rPr sz="1300" b="1" i="0" dirty="0" err="1">
                <a:solidFill>
                  <a:srgbClr val="001A41"/>
                </a:solidFill>
                <a:latin typeface="Century Gothic"/>
              </a:rPr>
              <a:t>técnico</a:t>
            </a:r>
            <a:r>
              <a:rPr sz="1300" b="1" i="0" dirty="0">
                <a:solidFill>
                  <a:srgbClr val="001A41"/>
                </a:solidFill>
                <a:latin typeface="Century Gothic"/>
              </a:rPr>
              <a:t>.</a:t>
            </a:r>
          </a:p>
        </p:txBody>
      </p:sp>
      <p:sp>
        <p:nvSpPr>
          <p:cNvPr id="21" name="Oval 20"/>
          <p:cNvSpPr/>
          <p:nvPr/>
        </p:nvSpPr>
        <p:spPr>
          <a:xfrm>
            <a:off x="6492240" y="2788920"/>
            <a:ext cx="457200" cy="457200"/>
          </a:xfrm>
          <a:prstGeom prst="ellipse">
            <a:avLst/>
          </a:prstGeom>
          <a:solidFill>
            <a:srgbClr val="001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Century Gothic"/>
              </a:rPr>
              <a:t>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32320" y="2770632"/>
            <a:ext cx="41148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001A41"/>
                </a:solidFill>
                <a:latin typeface="Century Gothic"/>
              </a:rPr>
              <a:t>Pipeline de carga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32320" y="3063239"/>
            <a:ext cx="4114800" cy="685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39464F"/>
                </a:solidFill>
                <a:latin typeface="Century Gothic"/>
              </a:rPr>
              <a:t>Valida y prepara las fuentes del mes: venta, forecast, pedidos, stock, tránsito, maestros y parque.</a:t>
            </a:r>
          </a:p>
        </p:txBody>
      </p:sp>
      <p:sp>
        <p:nvSpPr>
          <p:cNvPr id="24" name="Oval 23"/>
          <p:cNvSpPr/>
          <p:nvPr/>
        </p:nvSpPr>
        <p:spPr>
          <a:xfrm>
            <a:off x="6492240" y="3904487"/>
            <a:ext cx="457200" cy="457200"/>
          </a:xfrm>
          <a:prstGeom prst="ellipse">
            <a:avLst/>
          </a:prstGeom>
          <a:solidFill>
            <a:srgbClr val="19BD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300" b="1" i="0">
                <a:solidFill>
                  <a:srgbClr val="001A41"/>
                </a:solidFill>
                <a:latin typeface="Century Gothic"/>
              </a:rPr>
              <a:t>B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32320" y="3886200"/>
            <a:ext cx="41148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001A41"/>
                </a:solidFill>
                <a:latin typeface="Century Gothic"/>
              </a:rPr>
              <a:t>Modelos de machine learning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32320" y="4178807"/>
            <a:ext cx="4114800" cy="685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39464F"/>
                </a:solidFill>
                <a:latin typeface="Century Gothic"/>
              </a:rPr>
              <a:t>Proyectan todo el catálogo, con el mejor candidato para cada segmento de rotación.</a:t>
            </a:r>
          </a:p>
        </p:txBody>
      </p:sp>
      <p:sp>
        <p:nvSpPr>
          <p:cNvPr id="27" name="Oval 26"/>
          <p:cNvSpPr/>
          <p:nvPr/>
        </p:nvSpPr>
        <p:spPr>
          <a:xfrm>
            <a:off x="6492240" y="5020056"/>
            <a:ext cx="457200" cy="457200"/>
          </a:xfrm>
          <a:prstGeom prst="ellipse">
            <a:avLst/>
          </a:prstGeom>
          <a:solidFill>
            <a:srgbClr val="001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Century Gothic"/>
              </a:rPr>
              <a:t>C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32320" y="5001768"/>
            <a:ext cx="41148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001A41"/>
                </a:solidFill>
                <a:latin typeface="Century Gothic"/>
              </a:rPr>
              <a:t>Aplicación en Streamlit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32320" y="5294376"/>
            <a:ext cx="4114800" cy="685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39464F"/>
                </a:solidFill>
                <a:latin typeface="Century Gothic"/>
              </a:rPr>
              <a:t>Proyección, simulación del nivel de servicio y plan de compra priorizado en un solo lugar.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22376" y="6455664"/>
            <a:ext cx="9875520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750" b="0" i="0">
                <a:solidFill>
                  <a:srgbClr val="858A8C"/>
                </a:solidFill>
                <a:latin typeface="Century Gothic"/>
              </a:rPr>
              <a:t>Fuente: antecedentes internos de la operación, cierre del primer semestre de 2026 y ciclo S&amp;OP de agosto de 2026.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200" b="1">
                <a:solidFill>
                  <a:srgbClr val="001A41"/>
                </a:solidFill>
                <a:latin typeface="Century Gothic"/>
              </a:rPr>
              <a:t>Objetivos y su avance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22376" y="246888"/>
            <a:ext cx="1828800" cy="16459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39464F"/>
                </a:solidFill>
                <a:latin typeface="Century Gothic"/>
              </a:rPr>
              <a:t>Inchcape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78440" y="246888"/>
            <a:ext cx="1097280" cy="16459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spcAft>
                <a:spcPts val="0"/>
              </a:spcAft>
            </a:pPr>
            <a:r>
              <a:rPr sz="800" b="0" i="0">
                <a:solidFill>
                  <a:srgbClr val="39464F"/>
                </a:solidFill>
                <a:latin typeface="Century Gothic"/>
              </a:rPr>
              <a:t>5</a:t>
            </a:r>
          </a:p>
        </p:txBody>
      </p:sp>
      <p:sp>
        <p:nvSpPr>
          <p:cNvPr id="5" name="Snip Single Corner Rectangle 4"/>
          <p:cNvSpPr/>
          <p:nvPr/>
        </p:nvSpPr>
        <p:spPr>
          <a:xfrm>
            <a:off x="722376" y="1207008"/>
            <a:ext cx="10753344" cy="1143000"/>
          </a:xfrm>
          <a:prstGeom prst="snip1Rect">
            <a:avLst>
              <a:gd name="adj" fmla="val 9000"/>
            </a:avLst>
          </a:prstGeom>
          <a:solidFill>
            <a:srgbClr val="001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05840" y="1371600"/>
            <a:ext cx="3657600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19BDE6"/>
                </a:solidFill>
                <a:latin typeface="Century Gothic"/>
              </a:rPr>
              <a:t>OBJETIVO GENERAL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1627632"/>
            <a:ext cx="10149840" cy="640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150" b="1" i="0">
                <a:solidFill>
                  <a:srgbClr val="FFFFFF"/>
                </a:solidFill>
                <a:latin typeface="Century Gothic"/>
              </a:rPr>
              <a:t>Desarrollar una aplicación web en Streamlit que integre un pipeline de carga de datos y modelos de machine learning para proyectar la demanda de repuestos, y así apoyar el aumento del fill rate de Inchcape Chile de 88% a 90% al cierre de diciembre de 2026.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22376" y="2542032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250" b="1" i="0">
                <a:solidFill>
                  <a:srgbClr val="001A41"/>
                </a:solidFill>
                <a:latin typeface="Century Gothic"/>
              </a:rPr>
              <a:t>Objetivos específicos y su estado</a:t>
            </a:r>
          </a:p>
        </p:txBody>
      </p:sp>
      <p:sp>
        <p:nvSpPr>
          <p:cNvPr id="9" name="Snip Single Corner Rectangle 8"/>
          <p:cNvSpPr/>
          <p:nvPr/>
        </p:nvSpPr>
        <p:spPr>
          <a:xfrm>
            <a:off x="722376" y="2898648"/>
            <a:ext cx="5294376" cy="1005840"/>
          </a:xfrm>
          <a:prstGeom prst="snip1Rect">
            <a:avLst>
              <a:gd name="adj" fmla="val 9000"/>
            </a:avLst>
          </a:prstGeom>
          <a:solidFill>
            <a:srgbClr val="FFFFFF"/>
          </a:solidFill>
          <a:ln w="15875">
            <a:solidFill>
              <a:srgbClr val="001A4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" name="Oval 9"/>
          <p:cNvSpPr/>
          <p:nvPr/>
        </p:nvSpPr>
        <p:spPr>
          <a:xfrm>
            <a:off x="923544" y="3172968"/>
            <a:ext cx="420624" cy="420624"/>
          </a:xfrm>
          <a:prstGeom prst="ellipse">
            <a:avLst/>
          </a:prstGeom>
          <a:solidFill>
            <a:srgbClr val="001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00" b="1" i="0">
                <a:solidFill>
                  <a:srgbClr val="FFFFFF"/>
                </a:solidFill>
                <a:latin typeface="Century Gothic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026664"/>
            <a:ext cx="3017520" cy="7772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39464F"/>
                </a:solidFill>
                <a:latin typeface="Century Gothic"/>
              </a:rPr>
              <a:t>Analizar el negocio y definir con la contraparte el cálculo del fill rate y los criterios de éxito.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672584" y="3054096"/>
            <a:ext cx="1188720" cy="274320"/>
          </a:xfrm>
          <a:prstGeom prst="roundRect">
            <a:avLst>
              <a:gd name="adj" fmla="val 50000"/>
            </a:avLst>
          </a:prstGeom>
          <a:solidFill>
            <a:srgbClr val="001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tIns="0" rIns="45720" bIns="0" rtlCol="0" anchor="ctr"/>
          <a:lstStyle/>
          <a:p>
            <a:pPr algn="ctr"/>
            <a:r>
              <a:rPr sz="900" b="1" i="0">
                <a:solidFill>
                  <a:srgbClr val="FFFFFF"/>
                </a:solidFill>
                <a:latin typeface="Century Gothic"/>
              </a:rPr>
              <a:t>Logrado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72584" y="3401568"/>
            <a:ext cx="1234440" cy="4114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850" b="0" i="0">
                <a:solidFill>
                  <a:srgbClr val="858A8C"/>
                </a:solidFill>
                <a:latin typeface="Century Gothic"/>
              </a:rPr>
              <a:t>Umbrales por segmento: por acordar</a:t>
            </a:r>
          </a:p>
        </p:txBody>
      </p:sp>
      <p:sp>
        <p:nvSpPr>
          <p:cNvPr id="14" name="Snip Single Corner Rectangle 13"/>
          <p:cNvSpPr/>
          <p:nvPr/>
        </p:nvSpPr>
        <p:spPr>
          <a:xfrm>
            <a:off x="6181344" y="2898648"/>
            <a:ext cx="5294376" cy="1005840"/>
          </a:xfrm>
          <a:prstGeom prst="snip1Rect">
            <a:avLst>
              <a:gd name="adj" fmla="val 9000"/>
            </a:avLst>
          </a:prstGeom>
          <a:solidFill>
            <a:srgbClr val="FFFFFF"/>
          </a:solidFill>
          <a:ln w="15875">
            <a:solidFill>
              <a:srgbClr val="001A4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5" name="Oval 14"/>
          <p:cNvSpPr/>
          <p:nvPr/>
        </p:nvSpPr>
        <p:spPr>
          <a:xfrm>
            <a:off x="6382512" y="3172968"/>
            <a:ext cx="420624" cy="420624"/>
          </a:xfrm>
          <a:prstGeom prst="ellipse">
            <a:avLst/>
          </a:prstGeom>
          <a:solidFill>
            <a:srgbClr val="001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00" b="1" i="0">
                <a:solidFill>
                  <a:srgbClr val="FFFFFF"/>
                </a:solidFill>
                <a:latin typeface="Century Gothic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67728" y="3026664"/>
            <a:ext cx="3017520" cy="7772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39464F"/>
                </a:solidFill>
                <a:latin typeface="Century Gothic"/>
              </a:rPr>
              <a:t>Construir un pipeline que extraiga, valide e integre los datos en un modelo reproducible.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131552" y="3054096"/>
            <a:ext cx="1188720" cy="274320"/>
          </a:xfrm>
          <a:prstGeom prst="roundRect">
            <a:avLst>
              <a:gd name="adj" fmla="val 50000"/>
            </a:avLst>
          </a:prstGeom>
          <a:solidFill>
            <a:srgbClr val="001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tIns="0" rIns="45720" bIns="0" rtlCol="0" anchor="ctr"/>
          <a:lstStyle/>
          <a:p>
            <a:pPr algn="ctr"/>
            <a:r>
              <a:rPr sz="900" b="1" i="0">
                <a:solidFill>
                  <a:srgbClr val="FFFFFF"/>
                </a:solidFill>
                <a:latin typeface="Century Gothic"/>
              </a:rPr>
              <a:t>Logrado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131552" y="3401568"/>
            <a:ext cx="1234440" cy="4114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850" b="0" i="0">
                <a:solidFill>
                  <a:srgbClr val="858A8C"/>
                </a:solidFill>
                <a:latin typeface="Century Gothic"/>
              </a:rPr>
              <a:t>15 reglas de calidad</a:t>
            </a:r>
          </a:p>
        </p:txBody>
      </p:sp>
      <p:sp>
        <p:nvSpPr>
          <p:cNvPr id="24" name="Snip Single Corner Rectangle 23"/>
          <p:cNvSpPr/>
          <p:nvPr/>
        </p:nvSpPr>
        <p:spPr>
          <a:xfrm>
            <a:off x="6181344" y="4023360"/>
            <a:ext cx="5294376" cy="1005840"/>
          </a:xfrm>
          <a:prstGeom prst="snip1Rect">
            <a:avLst>
              <a:gd name="adj" fmla="val 9000"/>
            </a:avLst>
          </a:prstGeom>
          <a:solidFill>
            <a:srgbClr val="FFFFFF"/>
          </a:solidFill>
          <a:ln w="15875">
            <a:solidFill>
              <a:srgbClr val="001A4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5" name="Oval 24"/>
          <p:cNvSpPr/>
          <p:nvPr/>
        </p:nvSpPr>
        <p:spPr>
          <a:xfrm>
            <a:off x="6382512" y="4297680"/>
            <a:ext cx="420624" cy="420624"/>
          </a:xfrm>
          <a:prstGeom prst="ellipse">
            <a:avLst/>
          </a:prstGeom>
          <a:solidFill>
            <a:srgbClr val="001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00" b="1" i="0">
                <a:solidFill>
                  <a:srgbClr val="FFFFFF"/>
                </a:solidFill>
                <a:latin typeface="Century Gothic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67728" y="4151376"/>
            <a:ext cx="3017520" cy="7772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39464F"/>
                </a:solidFill>
                <a:latin typeface="Century Gothic"/>
              </a:rPr>
              <a:t>Entrenar y comparar modelos diferenciados según el comportamiento del código.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0131552" y="4178808"/>
            <a:ext cx="1188720" cy="274320"/>
          </a:xfrm>
          <a:prstGeom prst="roundRect">
            <a:avLst>
              <a:gd name="adj" fmla="val 50000"/>
            </a:avLst>
          </a:prstGeom>
          <a:solidFill>
            <a:srgbClr val="001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tIns="0" rIns="45720" bIns="0" rtlCol="0" anchor="ctr"/>
          <a:lstStyle/>
          <a:p>
            <a:pPr algn="ctr"/>
            <a:r>
              <a:rPr sz="900" b="1" i="0">
                <a:solidFill>
                  <a:srgbClr val="FFFFFF"/>
                </a:solidFill>
                <a:latin typeface="Century Gothic"/>
              </a:rPr>
              <a:t>Logrado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131552" y="4526280"/>
            <a:ext cx="1234440" cy="4114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850" b="0" i="0">
                <a:solidFill>
                  <a:srgbClr val="858A8C"/>
                </a:solidFill>
                <a:latin typeface="Century Gothic"/>
              </a:rPr>
              <a:t>3 candidatos por segmento</a:t>
            </a:r>
          </a:p>
        </p:txBody>
      </p:sp>
      <p:sp>
        <p:nvSpPr>
          <p:cNvPr id="29" name="Snip Single Corner Rectangle 28"/>
          <p:cNvSpPr/>
          <p:nvPr/>
        </p:nvSpPr>
        <p:spPr>
          <a:xfrm>
            <a:off x="722376" y="4029273"/>
            <a:ext cx="5294376" cy="1005840"/>
          </a:xfrm>
          <a:prstGeom prst="snip1Rect">
            <a:avLst>
              <a:gd name="adj" fmla="val 9000"/>
            </a:avLst>
          </a:prstGeom>
          <a:solidFill>
            <a:srgbClr val="FFFFFF"/>
          </a:solidFill>
          <a:ln w="15875">
            <a:solidFill>
              <a:srgbClr val="001A4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0" name="Oval 29"/>
          <p:cNvSpPr/>
          <p:nvPr/>
        </p:nvSpPr>
        <p:spPr>
          <a:xfrm>
            <a:off x="932688" y="4348779"/>
            <a:ext cx="420624" cy="420624"/>
          </a:xfrm>
          <a:prstGeom prst="ellipse">
            <a:avLst/>
          </a:prstGeom>
          <a:solidFill>
            <a:srgbClr val="001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s-CL" sz="1200" b="1" i="0" dirty="0">
                <a:solidFill>
                  <a:srgbClr val="FFFFFF"/>
                </a:solidFill>
                <a:latin typeface="Century Gothic"/>
              </a:rPr>
              <a:t>3</a:t>
            </a:r>
            <a:endParaRPr sz="1200" b="1" i="0" dirty="0">
              <a:solidFill>
                <a:srgbClr val="FFFFFF"/>
              </a:solidFill>
              <a:latin typeface="Century Gothic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1508760" y="4157289"/>
            <a:ext cx="3017520" cy="7772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39464F"/>
                </a:solidFill>
                <a:latin typeface="Century Gothic"/>
              </a:rPr>
              <a:t>Validar los modelos con backtesting sobre períodos cerrados y criterios por segmento.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672584" y="4184721"/>
            <a:ext cx="1188720" cy="274320"/>
          </a:xfrm>
          <a:prstGeom prst="roundRect">
            <a:avLst>
              <a:gd name="adj" fmla="val 50000"/>
            </a:avLst>
          </a:prstGeom>
          <a:solidFill>
            <a:srgbClr val="001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tIns="0" rIns="45720" bIns="0" rtlCol="0" anchor="ctr"/>
          <a:lstStyle/>
          <a:p>
            <a:pPr algn="ctr"/>
            <a:r>
              <a:rPr sz="900" b="1" i="0">
                <a:solidFill>
                  <a:srgbClr val="FFFFFF"/>
                </a:solidFill>
                <a:latin typeface="Century Gothic"/>
              </a:rPr>
              <a:t>Logrado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672584" y="4532193"/>
            <a:ext cx="1234440" cy="4114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850" b="0" i="0" dirty="0" err="1">
                <a:solidFill>
                  <a:srgbClr val="858A8C"/>
                </a:solidFill>
                <a:latin typeface="Century Gothic"/>
              </a:rPr>
              <a:t>Prueba</a:t>
            </a:r>
            <a:r>
              <a:rPr sz="850" b="0" i="0" dirty="0">
                <a:solidFill>
                  <a:srgbClr val="858A8C"/>
                </a:solidFill>
                <a:latin typeface="Century Gothic"/>
              </a:rPr>
              <a:t> </a:t>
            </a:r>
            <a:r>
              <a:rPr sz="850" b="0" i="0" dirty="0" err="1">
                <a:solidFill>
                  <a:srgbClr val="858A8C"/>
                </a:solidFill>
                <a:latin typeface="Century Gothic"/>
              </a:rPr>
              <a:t>ciega</a:t>
            </a:r>
            <a:r>
              <a:rPr sz="850" b="0" i="0" dirty="0">
                <a:solidFill>
                  <a:srgbClr val="858A8C"/>
                </a:solidFill>
                <a:latin typeface="Century Gothic"/>
              </a:rPr>
              <a:t> con datos reales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200" b="1">
                <a:solidFill>
                  <a:srgbClr val="001A41"/>
                </a:solidFill>
                <a:latin typeface="Century Gothic"/>
              </a:rPr>
              <a:t>Alcance del proyecto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22376" y="246888"/>
            <a:ext cx="1828800" cy="16459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39464F"/>
                </a:solidFill>
                <a:latin typeface="Century Gothic"/>
              </a:rPr>
              <a:t>Inchcape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78440" y="246888"/>
            <a:ext cx="1097280" cy="16459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spcAft>
                <a:spcPts val="0"/>
              </a:spcAft>
            </a:pPr>
            <a:r>
              <a:rPr sz="800" b="0" i="0">
                <a:solidFill>
                  <a:srgbClr val="39464F"/>
                </a:solidFill>
                <a:latin typeface="Century Gothic"/>
              </a:rP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1444752"/>
            <a:ext cx="45720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19BDE6"/>
                </a:solidFill>
                <a:latin typeface="Century Gothic"/>
              </a:rPr>
              <a:t>DENTRO DEL ALCANCE</a:t>
            </a:r>
          </a:p>
        </p:txBody>
      </p:sp>
      <p:sp>
        <p:nvSpPr>
          <p:cNvPr id="7" name="Oval 6"/>
          <p:cNvSpPr/>
          <p:nvPr/>
        </p:nvSpPr>
        <p:spPr>
          <a:xfrm>
            <a:off x="1005840" y="1828800"/>
            <a:ext cx="274320" cy="274320"/>
          </a:xfrm>
          <a:prstGeom prst="ellipse">
            <a:avLst/>
          </a:prstGeom>
          <a:solidFill>
            <a:srgbClr val="19BD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000" b="1" i="0">
                <a:solidFill>
                  <a:srgbClr val="001A41"/>
                </a:solidFill>
                <a:latin typeface="Century Gothic"/>
              </a:rPr>
              <a:t>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17320" y="1810512"/>
            <a:ext cx="4389120" cy="5669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39464F"/>
                </a:solidFill>
                <a:latin typeface="Century Gothic"/>
              </a:rPr>
              <a:t>Venta mensual por material de las 6 marcas Mainstream.</a:t>
            </a:r>
          </a:p>
        </p:txBody>
      </p:sp>
      <p:sp>
        <p:nvSpPr>
          <p:cNvPr id="9" name="Oval 8"/>
          <p:cNvSpPr/>
          <p:nvPr/>
        </p:nvSpPr>
        <p:spPr>
          <a:xfrm>
            <a:off x="1005840" y="2468879"/>
            <a:ext cx="274320" cy="274320"/>
          </a:xfrm>
          <a:prstGeom prst="ellipse">
            <a:avLst/>
          </a:prstGeom>
          <a:solidFill>
            <a:srgbClr val="19BD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000" b="1" i="0">
                <a:solidFill>
                  <a:srgbClr val="001A41"/>
                </a:solidFill>
                <a:latin typeface="Century Gothic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17320" y="2450591"/>
            <a:ext cx="4389120" cy="5669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39464F"/>
                </a:solidFill>
                <a:latin typeface="Century Gothic"/>
              </a:rPr>
              <a:t>Pipeline de carga con 15 reglas de calidad y trazabilidad de cada carga.</a:t>
            </a:r>
          </a:p>
        </p:txBody>
      </p:sp>
      <p:sp>
        <p:nvSpPr>
          <p:cNvPr id="13" name="Oval 12"/>
          <p:cNvSpPr/>
          <p:nvPr/>
        </p:nvSpPr>
        <p:spPr>
          <a:xfrm>
            <a:off x="1005840" y="3049786"/>
            <a:ext cx="274320" cy="274320"/>
          </a:xfrm>
          <a:prstGeom prst="ellipse">
            <a:avLst/>
          </a:prstGeom>
          <a:solidFill>
            <a:srgbClr val="19BD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000" b="1" i="0">
                <a:solidFill>
                  <a:srgbClr val="001A41"/>
                </a:solidFill>
                <a:latin typeface="Century Gothic"/>
              </a:rP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17320" y="3031499"/>
            <a:ext cx="4389120" cy="5669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39464F"/>
                </a:solidFill>
                <a:latin typeface="Century Gothic"/>
              </a:rPr>
              <a:t>Aplicación con 6 módulos: carga, proyección, monitoreo, simulación, plan de compra y gestión de modelos.</a:t>
            </a:r>
          </a:p>
        </p:txBody>
      </p:sp>
      <p:sp>
        <p:nvSpPr>
          <p:cNvPr id="15" name="Oval 14"/>
          <p:cNvSpPr/>
          <p:nvPr/>
        </p:nvSpPr>
        <p:spPr>
          <a:xfrm>
            <a:off x="1005840" y="3689866"/>
            <a:ext cx="274320" cy="274320"/>
          </a:xfrm>
          <a:prstGeom prst="ellipse">
            <a:avLst/>
          </a:prstGeom>
          <a:solidFill>
            <a:srgbClr val="19BD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000" b="1" i="0">
                <a:solidFill>
                  <a:srgbClr val="001A41"/>
                </a:solidFill>
                <a:latin typeface="Century Gothic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17320" y="3671578"/>
            <a:ext cx="4389120" cy="5669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39464F"/>
                </a:solidFill>
                <a:latin typeface="Century Gothic"/>
              </a:rPr>
              <a:t>Validación del modelo con datos reales y prueba con códigos nuevos.</a:t>
            </a:r>
          </a:p>
        </p:txBody>
      </p:sp>
      <p:sp>
        <p:nvSpPr>
          <p:cNvPr id="17" name="Snip Single Corner Rectangle 16"/>
          <p:cNvSpPr/>
          <p:nvPr/>
        </p:nvSpPr>
        <p:spPr>
          <a:xfrm>
            <a:off x="6181344" y="1207008"/>
            <a:ext cx="5294376" cy="3886200"/>
          </a:xfrm>
          <a:prstGeom prst="snip1Rect">
            <a:avLst>
              <a:gd name="adj" fmla="val 9000"/>
            </a:avLst>
          </a:prstGeom>
          <a:solidFill>
            <a:srgbClr val="FFFFFF"/>
          </a:solidFill>
          <a:ln w="15875">
            <a:solidFill>
              <a:srgbClr val="858A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464808" y="1444752"/>
            <a:ext cx="45720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858A8C"/>
                </a:solidFill>
                <a:latin typeface="Century Gothic"/>
              </a:rPr>
              <a:t>FUERA DEL ALCANCE (POR AHORA)</a:t>
            </a:r>
          </a:p>
        </p:txBody>
      </p:sp>
      <p:sp>
        <p:nvSpPr>
          <p:cNvPr id="19" name="Oval 18"/>
          <p:cNvSpPr/>
          <p:nvPr/>
        </p:nvSpPr>
        <p:spPr>
          <a:xfrm>
            <a:off x="6464808" y="1828800"/>
            <a:ext cx="274320" cy="274320"/>
          </a:xfrm>
          <a:prstGeom prst="ellipse">
            <a:avLst/>
          </a:prstGeom>
          <a:solidFill>
            <a:srgbClr val="E8ED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000" b="1" i="0">
                <a:solidFill>
                  <a:srgbClr val="39464F"/>
                </a:solidFill>
                <a:latin typeface="Century Gothic"/>
              </a:rPr>
              <a:t>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76288" y="1810512"/>
            <a:ext cx="4389120" cy="5669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39464F"/>
                </a:solidFill>
                <a:latin typeface="Century Gothic"/>
              </a:rPr>
              <a:t>Variables de parque vehicular y código antecesor para los códigos nuevos.</a:t>
            </a:r>
          </a:p>
        </p:txBody>
      </p:sp>
      <p:sp>
        <p:nvSpPr>
          <p:cNvPr id="21" name="Oval 20"/>
          <p:cNvSpPr/>
          <p:nvPr/>
        </p:nvSpPr>
        <p:spPr>
          <a:xfrm>
            <a:off x="6464808" y="2468879"/>
            <a:ext cx="274320" cy="274320"/>
          </a:xfrm>
          <a:prstGeom prst="ellipse">
            <a:avLst/>
          </a:prstGeom>
          <a:solidFill>
            <a:srgbClr val="E8ED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000" b="1" i="0">
                <a:solidFill>
                  <a:srgbClr val="39464F"/>
                </a:solidFill>
                <a:latin typeface="Century Gothic"/>
              </a:rPr>
              <a:t>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76288" y="2450591"/>
            <a:ext cx="4389120" cy="5669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39464F"/>
                </a:solidFill>
                <a:latin typeface="Century Gothic"/>
              </a:rPr>
              <a:t>Integración automática con SAP: se trabaja con las descargas del mes.</a:t>
            </a:r>
          </a:p>
        </p:txBody>
      </p:sp>
      <p:sp>
        <p:nvSpPr>
          <p:cNvPr id="23" name="Oval 22"/>
          <p:cNvSpPr/>
          <p:nvPr/>
        </p:nvSpPr>
        <p:spPr>
          <a:xfrm>
            <a:off x="6464808" y="3108960"/>
            <a:ext cx="274320" cy="274320"/>
          </a:xfrm>
          <a:prstGeom prst="ellipse">
            <a:avLst/>
          </a:prstGeom>
          <a:solidFill>
            <a:srgbClr val="E8ED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000" b="1" i="0">
                <a:solidFill>
                  <a:srgbClr val="39464F"/>
                </a:solidFill>
                <a:latin typeface="Century Gothic"/>
              </a:rPr>
              <a:t>–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76288" y="3090672"/>
            <a:ext cx="4389120" cy="5669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39464F"/>
                </a:solidFill>
                <a:latin typeface="Century Gothic"/>
              </a:rPr>
              <a:t>Códigos sin ninguna venta en la historia: no hay serie que proyectar.</a:t>
            </a:r>
          </a:p>
        </p:txBody>
      </p:sp>
      <p:sp>
        <p:nvSpPr>
          <p:cNvPr id="25" name="Oval 24"/>
          <p:cNvSpPr/>
          <p:nvPr/>
        </p:nvSpPr>
        <p:spPr>
          <a:xfrm>
            <a:off x="6464808" y="3749039"/>
            <a:ext cx="274320" cy="274320"/>
          </a:xfrm>
          <a:prstGeom prst="ellipse">
            <a:avLst/>
          </a:prstGeom>
          <a:solidFill>
            <a:srgbClr val="E8ED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000" b="1" i="0">
                <a:solidFill>
                  <a:srgbClr val="39464F"/>
                </a:solidFill>
                <a:latin typeface="Century Gothic"/>
              </a:rPr>
              <a:t>–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76288" y="3730752"/>
            <a:ext cx="4389120" cy="5669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39464F"/>
                </a:solidFill>
                <a:latin typeface="Century Gothic"/>
              </a:rPr>
              <a:t>Puesta en producción formal en los servidores de la compañía.</a:t>
            </a:r>
          </a:p>
        </p:txBody>
      </p:sp>
      <p:sp>
        <p:nvSpPr>
          <p:cNvPr id="27" name="Snip Single Corner Rectangle 26"/>
          <p:cNvSpPr/>
          <p:nvPr/>
        </p:nvSpPr>
        <p:spPr>
          <a:xfrm>
            <a:off x="722376" y="5276088"/>
            <a:ext cx="10753344" cy="987552"/>
          </a:xfrm>
          <a:prstGeom prst="snip1Rect">
            <a:avLst>
              <a:gd name="adj" fmla="val 9000"/>
            </a:avLst>
          </a:prstGeom>
          <a:solidFill>
            <a:srgbClr val="001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1005840" y="5413248"/>
            <a:ext cx="9144000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19BDE6"/>
                </a:solidFill>
                <a:latin typeface="Century Gothic"/>
              </a:rPr>
              <a:t>POR VALIDAR CON LA CONTRAPARTE PARA CERRAR EL ALCANCE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05840" y="5669280"/>
            <a:ext cx="10241280" cy="5029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FFFFFF"/>
                </a:solidFill>
                <a:latin typeface="Century Gothic"/>
              </a:rPr>
              <a:t>Umbral de error aceptable por segmento · horizonte según el lead time de cada origen · universo de marcas y familias · línea base oficial (forecast del S&amp;OP) · entregable final.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200" b="1">
                <a:solidFill>
                  <a:srgbClr val="001A41"/>
                </a:solidFill>
                <a:latin typeface="Century Gothic"/>
              </a:rPr>
              <a:t>Proceso de negocio: el ciclo mensual de compra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22376" y="246888"/>
            <a:ext cx="1828800" cy="16459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39464F"/>
                </a:solidFill>
                <a:latin typeface="Century Gothic"/>
              </a:rPr>
              <a:t>Inchcape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78440" y="246888"/>
            <a:ext cx="1097280" cy="16459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spcAft>
                <a:spcPts val="0"/>
              </a:spcAft>
            </a:pPr>
            <a:r>
              <a:rPr sz="800" b="0" i="0">
                <a:solidFill>
                  <a:srgbClr val="39464F"/>
                </a:solidFill>
                <a:latin typeface="Century Gothic"/>
              </a:rPr>
              <a:t>7</a:t>
            </a:r>
          </a:p>
        </p:txBody>
      </p:sp>
      <p:pic>
        <p:nvPicPr>
          <p:cNvPr id="5" name="Picture 4" descr="06 - Proceso de negocio (BPMN)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2726" y="1188720"/>
            <a:ext cx="6491538" cy="5074920"/>
          </a:xfrm>
          <a:prstGeom prst="rect">
            <a:avLst/>
          </a:prstGeom>
          <a:ln w="9525">
            <a:solidFill>
              <a:srgbClr val="E8EDF1"/>
            </a:solidFill>
          </a:ln>
        </p:spPr>
      </p:pic>
      <p:sp>
        <p:nvSpPr>
          <p:cNvPr id="6" name="Snip Single Corner Rectangle 5"/>
          <p:cNvSpPr/>
          <p:nvPr/>
        </p:nvSpPr>
        <p:spPr>
          <a:xfrm>
            <a:off x="7452360" y="1188720"/>
            <a:ext cx="4023360" cy="2331720"/>
          </a:xfrm>
          <a:prstGeom prst="snip1Rect">
            <a:avLst>
              <a:gd name="adj" fmla="val 9000"/>
            </a:avLst>
          </a:prstGeom>
          <a:solidFill>
            <a:srgbClr val="FFFFFF"/>
          </a:solidFill>
          <a:ln w="15875">
            <a:solidFill>
              <a:srgbClr val="858A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699248" y="1371600"/>
            <a:ext cx="3566160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858A8C"/>
                </a:solidFill>
                <a:latin typeface="Century Gothic"/>
              </a:rPr>
              <a:t>ANTES (AS-IS)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99248" y="1664208"/>
            <a:ext cx="3611880" cy="1783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155448" indent="-155448" algn="l">
              <a:spcAft>
                <a:spcPts val="400"/>
              </a:spcAft>
              <a:buClr>
                <a:srgbClr val="858A8C"/>
              </a:buClr>
              <a:buFont typeface="Arial"/>
              <a:buChar char="•"/>
            </a:pPr>
            <a:r>
              <a:rPr sz="1000" b="0" i="0">
                <a:solidFill>
                  <a:srgbClr val="39464F"/>
                </a:solidFill>
                <a:latin typeface="Century Gothic"/>
              </a:rPr>
              <a:t>Descargas separadas de SAP, cruzadas a mano en Excel.</a:t>
            </a:r>
          </a:p>
          <a:p>
            <a:pPr marL="155448" indent="-155448" algn="l">
              <a:spcAft>
                <a:spcPts val="400"/>
              </a:spcAft>
              <a:buClr>
                <a:srgbClr val="858A8C"/>
              </a:buClr>
              <a:buFont typeface="Arial"/>
              <a:buChar char="•"/>
            </a:pPr>
            <a:r>
              <a:rPr sz="1000" b="0" i="0">
                <a:solidFill>
                  <a:srgbClr val="39464F"/>
                </a:solidFill>
                <a:latin typeface="Century Gothic"/>
              </a:rPr>
              <a:t>Solo el 2,8% del catálogo recibe revisión.</a:t>
            </a:r>
          </a:p>
          <a:p>
            <a:pPr marL="155448" indent="-155448" algn="l">
              <a:spcAft>
                <a:spcPts val="400"/>
              </a:spcAft>
              <a:buClr>
                <a:srgbClr val="858A8C"/>
              </a:buClr>
              <a:buFont typeface="Arial"/>
              <a:buChar char="•"/>
            </a:pPr>
            <a:r>
              <a:rPr sz="1000" b="0" i="0">
                <a:solidFill>
                  <a:srgbClr val="39464F"/>
                </a:solidFill>
                <a:latin typeface="Century Gothic"/>
              </a:rPr>
              <a:t>La compra se decide sin simular su efecto.</a:t>
            </a:r>
          </a:p>
          <a:p>
            <a:pPr marL="155448" indent="-155448" algn="l">
              <a:spcAft>
                <a:spcPts val="400"/>
              </a:spcAft>
              <a:buClr>
                <a:srgbClr val="858A8C"/>
              </a:buClr>
              <a:buFont typeface="Arial"/>
              <a:buChar char="•"/>
            </a:pPr>
            <a:r>
              <a:rPr sz="1000" b="0" i="0">
                <a:solidFill>
                  <a:srgbClr val="39464F"/>
                </a:solidFill>
                <a:latin typeface="Century Gothic"/>
              </a:rPr>
              <a:t>El error se conoce después de comprar.</a:t>
            </a:r>
          </a:p>
        </p:txBody>
      </p:sp>
      <p:sp>
        <p:nvSpPr>
          <p:cNvPr id="9" name="Snip Single Corner Rectangle 8"/>
          <p:cNvSpPr/>
          <p:nvPr/>
        </p:nvSpPr>
        <p:spPr>
          <a:xfrm>
            <a:off x="7452360" y="3657600"/>
            <a:ext cx="4023360" cy="2606040"/>
          </a:xfrm>
          <a:prstGeom prst="snip1Rect">
            <a:avLst>
              <a:gd name="adj" fmla="val 9000"/>
            </a:avLst>
          </a:prstGeom>
          <a:solidFill>
            <a:srgbClr val="001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699248" y="3840480"/>
            <a:ext cx="3566160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19BDE6"/>
                </a:solidFill>
                <a:latin typeface="Century Gothic"/>
              </a:rPr>
              <a:t>AHORA (TO-BE)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99248" y="4133087"/>
            <a:ext cx="3611880" cy="2057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155448" indent="-155448" algn="l">
              <a:spcAft>
                <a:spcPts val="400"/>
              </a:spcAft>
              <a:buClr>
                <a:srgbClr val="19BDE6"/>
              </a:buClr>
              <a:buFont typeface="Arial"/>
              <a:buChar char="•"/>
            </a:pPr>
            <a:r>
              <a:rPr sz="1000" b="0" i="0">
                <a:solidFill>
                  <a:srgbClr val="FFFFFF"/>
                </a:solidFill>
                <a:latin typeface="Century Gothic"/>
              </a:rPr>
              <a:t>Una carga validada, con bitácora de cada ejecución.</a:t>
            </a:r>
          </a:p>
          <a:p>
            <a:pPr marL="155448" indent="-155448" algn="l">
              <a:spcAft>
                <a:spcPts val="400"/>
              </a:spcAft>
              <a:buClr>
                <a:srgbClr val="19BDE6"/>
              </a:buClr>
              <a:buFont typeface="Arial"/>
              <a:buChar char="•"/>
            </a:pPr>
            <a:r>
              <a:rPr sz="1000" b="0" i="0">
                <a:solidFill>
                  <a:srgbClr val="FFFFFF"/>
                </a:solidFill>
                <a:latin typeface="Century Gothic"/>
              </a:rPr>
              <a:t>El 100% del catálogo con proyección del modelo.</a:t>
            </a:r>
          </a:p>
          <a:p>
            <a:pPr marL="155448" indent="-155448" algn="l">
              <a:spcAft>
                <a:spcPts val="400"/>
              </a:spcAft>
              <a:buClr>
                <a:srgbClr val="19BDE6"/>
              </a:buClr>
              <a:buFont typeface="Arial"/>
              <a:buChar char="•"/>
            </a:pPr>
            <a:r>
              <a:rPr sz="1000" b="0" i="0">
                <a:solidFill>
                  <a:srgbClr val="FFFFFF"/>
                </a:solidFill>
                <a:latin typeface="Century Gothic"/>
              </a:rPr>
              <a:t>Se simula el fill rate antes de comprometer la compra.</a:t>
            </a:r>
          </a:p>
          <a:p>
            <a:pPr marL="155448" indent="-155448" algn="l">
              <a:spcAft>
                <a:spcPts val="400"/>
              </a:spcAft>
              <a:buClr>
                <a:srgbClr val="19BDE6"/>
              </a:buClr>
              <a:buFont typeface="Arial"/>
              <a:buChar char="•"/>
            </a:pPr>
            <a:r>
              <a:rPr sz="1000" b="0" i="0">
                <a:solidFill>
                  <a:srgbClr val="FFFFFF"/>
                </a:solidFill>
                <a:latin typeface="Century Gothic"/>
              </a:rPr>
              <a:t>El error se monitorea por segmento, cada mes.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2376" y="6455664"/>
            <a:ext cx="9875520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750" b="0" i="0">
                <a:solidFill>
                  <a:srgbClr val="858A8C"/>
                </a:solidFill>
                <a:latin typeface="Century Gothic"/>
              </a:rPr>
              <a:t>Diagrama BPMN del ciclo mensual de planificación y compra de repuestos (documentación del proyecto).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200" b="1">
                <a:solidFill>
                  <a:srgbClr val="001A41"/>
                </a:solidFill>
                <a:latin typeface="Century Gothic"/>
              </a:rPr>
              <a:t>Alternativas evaluadas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22376" y="246888"/>
            <a:ext cx="1828800" cy="16459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39464F"/>
                </a:solidFill>
                <a:latin typeface="Century Gothic"/>
              </a:rPr>
              <a:t>Inchcape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78440" y="246888"/>
            <a:ext cx="1097280" cy="16459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spcAft>
                <a:spcPts val="0"/>
              </a:spcAft>
            </a:pPr>
            <a:r>
              <a:rPr sz="800" b="0" i="0">
                <a:solidFill>
                  <a:srgbClr val="39464F"/>
                </a:solidFill>
                <a:latin typeface="Century Gothic"/>
              </a:rPr>
              <a:t>8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22376" y="1207008"/>
          <a:ext cx="10753344" cy="404164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43230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66928">
                <a:tc>
                  <a:txBody>
                    <a:bodyPr/>
                    <a:lstStyle/>
                    <a:p>
                      <a:r>
                        <a:rPr sz="1000" b="1" i="0">
                          <a:solidFill>
                            <a:srgbClr val="FFFFFF"/>
                          </a:solidFill>
                          <a:latin typeface="Century Gothic"/>
                        </a:rPr>
                        <a:t>Criterio</a:t>
                      </a:r>
                    </a:p>
                  </a:txBody>
                  <a:tcPr anchor="ctr">
                    <a:solidFill>
                      <a:srgbClr val="001A4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 i="0">
                          <a:solidFill>
                            <a:srgbClr val="FFFFFF"/>
                          </a:solidFill>
                          <a:latin typeface="Century Gothic"/>
                        </a:rPr>
                        <a:t>Forecast estadístico del S&amp;OP (vigente)</a:t>
                      </a:r>
                    </a:p>
                  </a:txBody>
                  <a:tcPr anchor="ctr">
                    <a:solidFill>
                      <a:srgbClr val="001A4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 i="0">
                          <a:solidFill>
                            <a:srgbClr val="FFFFFF"/>
                          </a:solidFill>
                          <a:latin typeface="Century Gothic"/>
                        </a:rPr>
                        <a:t>Ajuste manual en planillas</a:t>
                      </a:r>
                    </a:p>
                  </a:txBody>
                  <a:tcPr anchor="ctr">
                    <a:solidFill>
                      <a:srgbClr val="001A4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 i="0">
                          <a:solidFill>
                            <a:srgbClr val="FFFFFF"/>
                          </a:solidFill>
                          <a:latin typeface="Century Gothic"/>
                        </a:rPr>
                        <a:t>Software comercial de planificación</a:t>
                      </a:r>
                    </a:p>
                  </a:txBody>
                  <a:tcPr anchor="ctr">
                    <a:solidFill>
                      <a:srgbClr val="001A4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 i="0">
                          <a:solidFill>
                            <a:srgbClr val="001A41"/>
                          </a:solidFill>
                          <a:latin typeface="Century Gothic"/>
                        </a:rPr>
                        <a:t>Nuestra aplicación</a:t>
                      </a:r>
                    </a:p>
                  </a:txBody>
                  <a:tcPr anchor="ctr">
                    <a:solidFill>
                      <a:srgbClr val="19BD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94944">
                <a:tc>
                  <a:txBody>
                    <a:bodyPr/>
                    <a:lstStyle/>
                    <a:p>
                      <a:r>
                        <a:rPr sz="950" b="1" i="0">
                          <a:solidFill>
                            <a:srgbClr val="001A41"/>
                          </a:solidFill>
                          <a:latin typeface="Century Gothic"/>
                        </a:rPr>
                        <a:t>Cobertura del catálogo</a:t>
                      </a:r>
                    </a:p>
                  </a:txBody>
                  <a:tcPr anchor="ctr"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 i="0">
                          <a:solidFill>
                            <a:srgbClr val="39464F"/>
                          </a:solidFill>
                          <a:latin typeface="Century Gothic"/>
                        </a:rPr>
                        <a:t>Todo el catálogo, sin revisión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 i="0">
                          <a:solidFill>
                            <a:srgbClr val="39464F"/>
                          </a:solidFill>
                          <a:latin typeface="Century Gothic"/>
                        </a:rPr>
                        <a:t>6.280 códigos (2,8%)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 i="0">
                          <a:solidFill>
                            <a:srgbClr val="39464F"/>
                          </a:solidFill>
                          <a:latin typeface="Century Gothic"/>
                        </a:rPr>
                        <a:t>Todo el catálogo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1" i="0">
                          <a:solidFill>
                            <a:srgbClr val="001A41"/>
                          </a:solidFill>
                          <a:latin typeface="Century Gothic"/>
                        </a:rPr>
                        <a:t>Todo el catálogo; el planificador revisa excepciones</a:t>
                      </a:r>
                    </a:p>
                  </a:txBody>
                  <a:tcPr anchor="ctr">
                    <a:solidFill>
                      <a:srgbClr val="E3F6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94944">
                <a:tc>
                  <a:txBody>
                    <a:bodyPr/>
                    <a:lstStyle/>
                    <a:p>
                      <a:r>
                        <a:rPr sz="950" b="1" i="0">
                          <a:solidFill>
                            <a:srgbClr val="001A41"/>
                          </a:solidFill>
                          <a:latin typeface="Century Gothic"/>
                        </a:rPr>
                        <a:t>Códigos nuevos</a:t>
                      </a:r>
                    </a:p>
                  </a:txBody>
                  <a:tcPr anchor="ctr"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 i="0">
                          <a:solidFill>
                            <a:srgbClr val="39464F"/>
                          </a:solidFill>
                          <a:latin typeface="Century Gothic"/>
                        </a:rPr>
                        <a:t>Sin base para proyectarlos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 i="0">
                          <a:solidFill>
                            <a:srgbClr val="39464F"/>
                          </a:solidFill>
                          <a:latin typeface="Century Gothic"/>
                        </a:rPr>
                        <a:t>Criterio de cada planificador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 i="0">
                          <a:solidFill>
                            <a:srgbClr val="39464F"/>
                          </a:solidFill>
                          <a:latin typeface="Century Gothic"/>
                        </a:rPr>
                        <a:t>Requiere configurar datos externos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1" i="0">
                          <a:solidFill>
                            <a:srgbClr val="001A41"/>
                          </a:solidFill>
                          <a:latin typeface="Century Gothic"/>
                        </a:rPr>
                        <a:t>Proyección por segmento; con datos reales necesita parque vehicular</a:t>
                      </a:r>
                    </a:p>
                  </a:txBody>
                  <a:tcPr anchor="ctr">
                    <a:solidFill>
                      <a:srgbClr val="E3F6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94944">
                <a:tc>
                  <a:txBody>
                    <a:bodyPr/>
                    <a:lstStyle/>
                    <a:p>
                      <a:r>
                        <a:rPr sz="950" b="1" i="0">
                          <a:solidFill>
                            <a:srgbClr val="001A41"/>
                          </a:solidFill>
                          <a:latin typeface="Century Gothic"/>
                        </a:rPr>
                        <a:t>Reglas propias del negocio</a:t>
                      </a:r>
                    </a:p>
                  </a:txBody>
                  <a:tcPr anchor="ctr"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 i="0">
                          <a:solidFill>
                            <a:srgbClr val="39464F"/>
                          </a:solidFill>
                          <a:latin typeface="Century Gothic"/>
                        </a:rPr>
                        <a:t>Genéricas de la herramienta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 i="0">
                          <a:solidFill>
                            <a:srgbClr val="39464F"/>
                          </a:solidFill>
                          <a:latin typeface="Century Gothic"/>
                        </a:rPr>
                        <a:t>Según cada planificador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 i="0">
                          <a:solidFill>
                            <a:srgbClr val="39464F"/>
                          </a:solidFill>
                          <a:latin typeface="Century Gothic"/>
                        </a:rPr>
                        <a:t>Requieren adaptación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1" i="0">
                          <a:solidFill>
                            <a:srgbClr val="001A41"/>
                          </a:solidFill>
                          <a:latin typeface="Century Gothic"/>
                        </a:rPr>
                        <a:t>Incorporadas: clases ZRDP/ZVOR, Apertura Parque y último eslabón</a:t>
                      </a:r>
                    </a:p>
                  </a:txBody>
                  <a:tcPr anchor="ctr">
                    <a:solidFill>
                      <a:srgbClr val="E3F6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94944">
                <a:tc>
                  <a:txBody>
                    <a:bodyPr/>
                    <a:lstStyle/>
                    <a:p>
                      <a:r>
                        <a:rPr sz="950" b="1" i="0">
                          <a:solidFill>
                            <a:srgbClr val="001A41"/>
                          </a:solidFill>
                          <a:latin typeface="Century Gothic"/>
                        </a:rPr>
                        <a:t>Medición del error</a:t>
                      </a:r>
                    </a:p>
                  </a:txBody>
                  <a:tcPr anchor="ctr"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 i="0">
                          <a:solidFill>
                            <a:srgbClr val="39464F"/>
                          </a:solidFill>
                          <a:latin typeface="Century Gothic"/>
                        </a:rPr>
                        <a:t>En una rutina aparte, después de comprar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 i="0">
                          <a:solidFill>
                            <a:srgbClr val="39464F"/>
                          </a:solidFill>
                          <a:latin typeface="Century Gothic"/>
                        </a:rPr>
                        <a:t>No sistemática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 i="0">
                          <a:solidFill>
                            <a:srgbClr val="39464F"/>
                          </a:solidFill>
                          <a:latin typeface="Century Gothic"/>
                        </a:rPr>
                        <a:t>Incluida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1" i="0">
                          <a:solidFill>
                            <a:srgbClr val="001A41"/>
                          </a:solidFill>
                          <a:latin typeface="Century Gothic"/>
                        </a:rPr>
                        <a:t>WMAPE, ERP y ERN por segmento, con alerta de reentrenamiento</a:t>
                      </a:r>
                    </a:p>
                  </a:txBody>
                  <a:tcPr anchor="ctr">
                    <a:solidFill>
                      <a:srgbClr val="E3F6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94944">
                <a:tc>
                  <a:txBody>
                    <a:bodyPr/>
                    <a:lstStyle/>
                    <a:p>
                      <a:r>
                        <a:rPr sz="950" b="1" i="0">
                          <a:solidFill>
                            <a:srgbClr val="001A41"/>
                          </a:solidFill>
                          <a:latin typeface="Century Gothic"/>
                        </a:rPr>
                        <a:t>Costo para la compañía</a:t>
                      </a:r>
                    </a:p>
                  </a:txBody>
                  <a:tcPr anchor="ctr"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 i="0">
                          <a:solidFill>
                            <a:srgbClr val="39464F"/>
                          </a:solidFill>
                          <a:latin typeface="Century Gothic"/>
                        </a:rPr>
                        <a:t>Ya incluido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 i="0">
                          <a:solidFill>
                            <a:srgbClr val="39464F"/>
                          </a:solidFill>
                          <a:latin typeface="Century Gothic"/>
                        </a:rPr>
                        <a:t>Horas de planificación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 i="0">
                          <a:solidFill>
                            <a:srgbClr val="39464F"/>
                          </a:solidFill>
                          <a:latin typeface="Century Gothic"/>
                        </a:rPr>
                        <a:t>Licencias e implementación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1" i="0">
                          <a:solidFill>
                            <a:srgbClr val="001A41"/>
                          </a:solidFill>
                          <a:latin typeface="Century Gothic"/>
                        </a:rPr>
                        <a:t>Sin licencias: código abierto</a:t>
                      </a:r>
                    </a:p>
                  </a:txBody>
                  <a:tcPr anchor="ctr">
                    <a:solidFill>
                      <a:srgbClr val="E3F6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Snip Single Corner Rectangle 5"/>
          <p:cNvSpPr/>
          <p:nvPr/>
        </p:nvSpPr>
        <p:spPr>
          <a:xfrm>
            <a:off x="722376" y="5486400"/>
            <a:ext cx="10753344" cy="777240"/>
          </a:xfrm>
          <a:prstGeom prst="snip1Rect">
            <a:avLst>
              <a:gd name="adj" fmla="val 9000"/>
            </a:avLst>
          </a:prstGeom>
          <a:solidFill>
            <a:srgbClr val="001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05840" y="5596128"/>
            <a:ext cx="10241280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Century Gothic"/>
              </a:rPr>
              <a:t>Decidimos construir:</a:t>
            </a:r>
            <a:r>
              <a:rPr sz="1100" b="0" i="0">
                <a:solidFill>
                  <a:srgbClr val="FFFFFF"/>
                </a:solidFill>
                <a:latin typeface="Century Gothic"/>
              </a:rPr>
              <a:t> cubre todo el catálogo con las reglas propias del negocio, mide su propio error y no agrega costo de licencias; además, la compañía no depende de un proveedor para operarla.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22376" y="1783080"/>
            <a:ext cx="7863840" cy="320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19BDE6"/>
                </a:solidFill>
                <a:latin typeface="Century Gothic"/>
              </a:rPr>
              <a:t>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22376" y="2240280"/>
            <a:ext cx="8595360" cy="21031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800" b="1" i="0">
                <a:solidFill>
                  <a:srgbClr val="FFFFFF"/>
                </a:solidFill>
                <a:latin typeface="Century Gothic"/>
              </a:rPr>
              <a:t>METODOLOGÍA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22376" y="4709160"/>
            <a:ext cx="7680960" cy="8229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9BDE6"/>
                </a:solidFill>
                <a:latin typeface="Century Gothic"/>
              </a:rPr>
              <a:t>Cascada para gestionar el proyecto, CRISP-DM para construir el modelo, y por qué.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200" b="1">
                <a:solidFill>
                  <a:srgbClr val="001A41"/>
                </a:solidFill>
                <a:latin typeface="Century Gothic"/>
              </a:rPr>
              <a:t>Metodología: cascada, con CRISP-DM para el modelo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22376" y="246888"/>
            <a:ext cx="1828800" cy="16459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39464F"/>
                </a:solidFill>
                <a:latin typeface="Century Gothic"/>
              </a:rPr>
              <a:t>Inchcape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78440" y="246888"/>
            <a:ext cx="1097280" cy="16459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spcAft>
                <a:spcPts val="0"/>
              </a:spcAft>
            </a:pPr>
            <a:r>
              <a:rPr sz="800" b="0" i="0">
                <a:solidFill>
                  <a:srgbClr val="39464F"/>
                </a:solidFill>
                <a:latin typeface="Century Gothic"/>
              </a:rPr>
              <a:t>10</a:t>
            </a:r>
          </a:p>
        </p:txBody>
      </p:sp>
      <p:sp>
        <p:nvSpPr>
          <p:cNvPr id="5" name="Snip Single Corner Rectangle 4"/>
          <p:cNvSpPr/>
          <p:nvPr/>
        </p:nvSpPr>
        <p:spPr>
          <a:xfrm>
            <a:off x="722376" y="1234440"/>
            <a:ext cx="3931920" cy="749808"/>
          </a:xfrm>
          <a:prstGeom prst="snip1Rect">
            <a:avLst>
              <a:gd name="adj" fmla="val 9000"/>
            </a:avLst>
          </a:prstGeom>
          <a:solidFill>
            <a:srgbClr val="FFFFFF"/>
          </a:solidFill>
          <a:ln w="15875">
            <a:solidFill>
              <a:srgbClr val="001A4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" name="Oval 5"/>
          <p:cNvSpPr/>
          <p:nvPr/>
        </p:nvSpPr>
        <p:spPr>
          <a:xfrm>
            <a:off x="868680" y="1389888"/>
            <a:ext cx="420624" cy="420624"/>
          </a:xfrm>
          <a:prstGeom prst="ellipse">
            <a:avLst/>
          </a:prstGeom>
          <a:solidFill>
            <a:srgbClr val="001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00" b="1" i="0">
                <a:solidFill>
                  <a:srgbClr val="FFFFFF"/>
                </a:solidFill>
                <a:latin typeface="Century Gothic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35608" y="1307592"/>
            <a:ext cx="1828800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001A41"/>
                </a:solidFill>
                <a:latin typeface="Century Gothic"/>
              </a:rPr>
              <a:t>Requerimientos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36976" y="1325880"/>
            <a:ext cx="1298448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spcAft>
                <a:spcPts val="0"/>
              </a:spcAft>
            </a:pPr>
            <a:r>
              <a:rPr sz="850" b="1" i="0">
                <a:solidFill>
                  <a:srgbClr val="858A8C"/>
                </a:solidFill>
                <a:latin typeface="Century Gothic"/>
              </a:rPr>
              <a:t>Semanas 1–4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35608" y="1600200"/>
            <a:ext cx="310896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39464F"/>
                </a:solidFill>
                <a:latin typeface="Century Gothic"/>
              </a:rPr>
              <a:t>Levantamiento con la contraparte, 38 requerimientos y plan de pruebas.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1078992" y="1984248"/>
            <a:ext cx="0" cy="146304"/>
          </a:xfrm>
          <a:prstGeom prst="line">
            <a:avLst/>
          </a:prstGeom>
          <a:ln w="15875">
            <a:solidFill>
              <a:srgbClr val="001A4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Snip Single Corner Rectangle 10"/>
          <p:cNvSpPr/>
          <p:nvPr/>
        </p:nvSpPr>
        <p:spPr>
          <a:xfrm>
            <a:off x="1289304" y="2130552"/>
            <a:ext cx="3931920" cy="749808"/>
          </a:xfrm>
          <a:prstGeom prst="snip1Rect">
            <a:avLst>
              <a:gd name="adj" fmla="val 9000"/>
            </a:avLst>
          </a:prstGeom>
          <a:solidFill>
            <a:srgbClr val="FFFFFF"/>
          </a:solidFill>
          <a:ln w="15875">
            <a:solidFill>
              <a:srgbClr val="001A4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2" name="Oval 11"/>
          <p:cNvSpPr/>
          <p:nvPr/>
        </p:nvSpPr>
        <p:spPr>
          <a:xfrm>
            <a:off x="1435608" y="2286000"/>
            <a:ext cx="420624" cy="420624"/>
          </a:xfrm>
          <a:prstGeom prst="ellipse">
            <a:avLst/>
          </a:prstGeom>
          <a:solidFill>
            <a:srgbClr val="001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00" b="1" i="0">
                <a:solidFill>
                  <a:srgbClr val="FFFFFF"/>
                </a:solidFill>
                <a:latin typeface="Century Gothic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02536" y="2203704"/>
            <a:ext cx="1828800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001A41"/>
                </a:solidFill>
                <a:latin typeface="Century Gothic"/>
              </a:rPr>
              <a:t>Diseño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03904" y="2221992"/>
            <a:ext cx="1298448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spcAft>
                <a:spcPts val="0"/>
              </a:spcAft>
            </a:pPr>
            <a:r>
              <a:rPr sz="850" b="1" i="0">
                <a:solidFill>
                  <a:srgbClr val="858A8C"/>
                </a:solidFill>
                <a:latin typeface="Century Gothic"/>
              </a:rPr>
              <a:t>Semanas 3–9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02536" y="2496312"/>
            <a:ext cx="310896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39464F"/>
                </a:solidFill>
                <a:latin typeface="Century Gothic"/>
              </a:rPr>
              <a:t>Arquitectura, casos de uso y modelo de datos de 23 tablas.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1645920" y="2880360"/>
            <a:ext cx="0" cy="146304"/>
          </a:xfrm>
          <a:prstGeom prst="line">
            <a:avLst/>
          </a:prstGeom>
          <a:ln w="15875">
            <a:solidFill>
              <a:srgbClr val="001A4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Snip Single Corner Rectangle 16"/>
          <p:cNvSpPr/>
          <p:nvPr/>
        </p:nvSpPr>
        <p:spPr>
          <a:xfrm>
            <a:off x="1856232" y="3026664"/>
            <a:ext cx="3931920" cy="749808"/>
          </a:xfrm>
          <a:prstGeom prst="snip1Rect">
            <a:avLst>
              <a:gd name="adj" fmla="val 9000"/>
            </a:avLst>
          </a:prstGeom>
          <a:solidFill>
            <a:srgbClr val="001A41"/>
          </a:solidFill>
          <a:ln w="15875">
            <a:solidFill>
              <a:srgbClr val="19B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8" name="Oval 17"/>
          <p:cNvSpPr/>
          <p:nvPr/>
        </p:nvSpPr>
        <p:spPr>
          <a:xfrm>
            <a:off x="2002536" y="3182112"/>
            <a:ext cx="420624" cy="420624"/>
          </a:xfrm>
          <a:prstGeom prst="ellipse">
            <a:avLst/>
          </a:prstGeom>
          <a:solidFill>
            <a:srgbClr val="19BD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00" b="1" i="0">
                <a:solidFill>
                  <a:srgbClr val="001A41"/>
                </a:solidFill>
                <a:latin typeface="Century Gothic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569464" y="3099816"/>
            <a:ext cx="1828800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Century Gothic"/>
              </a:rPr>
              <a:t>Construcción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70832" y="3118104"/>
            <a:ext cx="1298448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spcAft>
                <a:spcPts val="0"/>
              </a:spcAft>
            </a:pPr>
            <a:r>
              <a:rPr sz="850" b="1" i="0">
                <a:solidFill>
                  <a:srgbClr val="19BDE6"/>
                </a:solidFill>
                <a:latin typeface="Century Gothic"/>
              </a:rPr>
              <a:t>Semanas 5–15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569464" y="3392424"/>
            <a:ext cx="310896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FFFFFF"/>
                </a:solidFill>
                <a:latin typeface="Century Gothic"/>
              </a:rPr>
              <a:t>Pipeline, modelos y aplicación. Aquí el modelo itera con CRISP-DM.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2212848" y="3776472"/>
            <a:ext cx="0" cy="146304"/>
          </a:xfrm>
          <a:prstGeom prst="line">
            <a:avLst/>
          </a:prstGeom>
          <a:ln w="15875">
            <a:solidFill>
              <a:srgbClr val="001A4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Snip Single Corner Rectangle 22"/>
          <p:cNvSpPr/>
          <p:nvPr/>
        </p:nvSpPr>
        <p:spPr>
          <a:xfrm>
            <a:off x="2423160" y="3922776"/>
            <a:ext cx="3931920" cy="749808"/>
          </a:xfrm>
          <a:prstGeom prst="snip1Rect">
            <a:avLst>
              <a:gd name="adj" fmla="val 9000"/>
            </a:avLst>
          </a:prstGeom>
          <a:solidFill>
            <a:srgbClr val="FFFFFF"/>
          </a:solidFill>
          <a:ln w="15875">
            <a:solidFill>
              <a:srgbClr val="001A4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4" name="Oval 23"/>
          <p:cNvSpPr/>
          <p:nvPr/>
        </p:nvSpPr>
        <p:spPr>
          <a:xfrm>
            <a:off x="2569464" y="4078224"/>
            <a:ext cx="420624" cy="420624"/>
          </a:xfrm>
          <a:prstGeom prst="ellipse">
            <a:avLst/>
          </a:prstGeom>
          <a:solidFill>
            <a:srgbClr val="001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00" b="1" i="0">
                <a:solidFill>
                  <a:srgbClr val="FFFFFF"/>
                </a:solidFill>
                <a:latin typeface="Century Gothic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136391" y="3995928"/>
            <a:ext cx="1828800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001A41"/>
                </a:solidFill>
                <a:latin typeface="Century Gothic"/>
              </a:rPr>
              <a:t>Pruebas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937760" y="4014215"/>
            <a:ext cx="1298448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spcAft>
                <a:spcPts val="0"/>
              </a:spcAft>
            </a:pPr>
            <a:r>
              <a:rPr sz="850" b="1" i="0">
                <a:solidFill>
                  <a:srgbClr val="858A8C"/>
                </a:solidFill>
                <a:latin typeface="Century Gothic"/>
              </a:rPr>
              <a:t>Semanas 11–16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136391" y="4288536"/>
            <a:ext cx="310896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39464F"/>
                </a:solidFill>
                <a:latin typeface="Century Gothic"/>
              </a:rPr>
              <a:t>54 casos de prueba y 86 pruebas automatizadas.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2779776" y="4672584"/>
            <a:ext cx="0" cy="146304"/>
          </a:xfrm>
          <a:prstGeom prst="line">
            <a:avLst/>
          </a:prstGeom>
          <a:ln w="15875">
            <a:solidFill>
              <a:srgbClr val="001A4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Snip Single Corner Rectangle 28"/>
          <p:cNvSpPr/>
          <p:nvPr/>
        </p:nvSpPr>
        <p:spPr>
          <a:xfrm>
            <a:off x="2990088" y="4818888"/>
            <a:ext cx="3931920" cy="749808"/>
          </a:xfrm>
          <a:prstGeom prst="snip1Rect">
            <a:avLst>
              <a:gd name="adj" fmla="val 9000"/>
            </a:avLst>
          </a:prstGeom>
          <a:solidFill>
            <a:srgbClr val="FFFFFF"/>
          </a:solidFill>
          <a:ln w="15875">
            <a:solidFill>
              <a:srgbClr val="001A4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0" name="Oval 29"/>
          <p:cNvSpPr/>
          <p:nvPr/>
        </p:nvSpPr>
        <p:spPr>
          <a:xfrm>
            <a:off x="3136392" y="4974336"/>
            <a:ext cx="420624" cy="420624"/>
          </a:xfrm>
          <a:prstGeom prst="ellipse">
            <a:avLst/>
          </a:prstGeom>
          <a:solidFill>
            <a:srgbClr val="001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00" b="1" i="0">
                <a:solidFill>
                  <a:srgbClr val="FFFFFF"/>
                </a:solidFill>
                <a:latin typeface="Century Gothic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703320" y="4892040"/>
            <a:ext cx="1828800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001A41"/>
                </a:solidFill>
                <a:latin typeface="Century Gothic"/>
              </a:rPr>
              <a:t>Despliegue y cierre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504688" y="4910327"/>
            <a:ext cx="1298448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spcAft>
                <a:spcPts val="0"/>
              </a:spcAft>
            </a:pPr>
            <a:r>
              <a:rPr sz="850" b="1" i="0">
                <a:solidFill>
                  <a:srgbClr val="858A8C"/>
                </a:solidFill>
                <a:latin typeface="Century Gothic"/>
              </a:rPr>
              <a:t>Semanas 16–18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703320" y="5184648"/>
            <a:ext cx="310896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39464F"/>
                </a:solidFill>
                <a:latin typeface="Century Gothic"/>
              </a:rPr>
              <a:t>Pruebas de aceptación, demo y defensa ante la comisión.</a:t>
            </a:r>
          </a:p>
        </p:txBody>
      </p:sp>
      <p:sp>
        <p:nvSpPr>
          <p:cNvPr id="34" name="Snip Single Corner Rectangle 33"/>
          <p:cNvSpPr/>
          <p:nvPr/>
        </p:nvSpPr>
        <p:spPr>
          <a:xfrm>
            <a:off x="7406640" y="1234440"/>
            <a:ext cx="4069080" cy="4315968"/>
          </a:xfrm>
          <a:prstGeom prst="snip1Rect">
            <a:avLst>
              <a:gd name="adj" fmla="val 9000"/>
            </a:avLst>
          </a:prstGeom>
          <a:solidFill>
            <a:srgbClr val="FFFFFF"/>
          </a:solidFill>
          <a:ln w="15875">
            <a:solidFill>
              <a:srgbClr val="19B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7662672" y="1417320"/>
            <a:ext cx="36576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19BDE6"/>
                </a:solidFill>
                <a:latin typeface="Century Gothic"/>
              </a:rPr>
              <a:t>CICLO DE VIDA DEL MODELO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662672" y="1664208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001A41"/>
                </a:solidFill>
                <a:latin typeface="Century Gothic"/>
              </a:rPr>
              <a:t>CRISP-DM, iterativo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662672" y="2148840"/>
            <a:ext cx="1737360" cy="548640"/>
          </a:xfrm>
          <a:prstGeom prst="roundRect">
            <a:avLst>
              <a:gd name="adj" fmla="val 50000"/>
            </a:avLst>
          </a:prstGeom>
          <a:solidFill>
            <a:srgbClr val="E8ED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tIns="0" rIns="45720" bIns="0" rtlCol="0" anchor="ctr"/>
          <a:lstStyle/>
          <a:p>
            <a:pPr algn="ctr"/>
            <a:r>
              <a:rPr sz="900" b="1" i="0">
                <a:solidFill>
                  <a:srgbClr val="001A41"/>
                </a:solidFill>
                <a:latin typeface="Century Gothic"/>
              </a:rPr>
              <a:t>1 · Comprensión del negocio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662672" y="2944368"/>
            <a:ext cx="1737360" cy="548640"/>
          </a:xfrm>
          <a:prstGeom prst="roundRect">
            <a:avLst>
              <a:gd name="adj" fmla="val 50000"/>
            </a:avLst>
          </a:prstGeom>
          <a:solidFill>
            <a:srgbClr val="E8ED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tIns="0" rIns="45720" bIns="0" rtlCol="0" anchor="ctr"/>
          <a:lstStyle/>
          <a:p>
            <a:pPr algn="ctr"/>
            <a:r>
              <a:rPr sz="900" b="1" i="0">
                <a:solidFill>
                  <a:srgbClr val="001A41"/>
                </a:solidFill>
                <a:latin typeface="Century Gothic"/>
              </a:rPr>
              <a:t>2 · Comprensión de los datos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662672" y="3739896"/>
            <a:ext cx="1737360" cy="548640"/>
          </a:xfrm>
          <a:prstGeom prst="roundRect">
            <a:avLst>
              <a:gd name="adj" fmla="val 50000"/>
            </a:avLst>
          </a:prstGeom>
          <a:solidFill>
            <a:srgbClr val="E8ED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tIns="0" rIns="45720" bIns="0" rtlCol="0" anchor="ctr"/>
          <a:lstStyle/>
          <a:p>
            <a:pPr algn="ctr"/>
            <a:r>
              <a:rPr sz="900" b="1" i="0">
                <a:solidFill>
                  <a:srgbClr val="001A41"/>
                </a:solidFill>
                <a:latin typeface="Century Gothic"/>
              </a:rPr>
              <a:t>3 · Preparación de los datos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9555480" y="3739896"/>
            <a:ext cx="1737360" cy="548640"/>
          </a:xfrm>
          <a:prstGeom prst="roundRect">
            <a:avLst>
              <a:gd name="adj" fmla="val 50000"/>
            </a:avLst>
          </a:prstGeom>
          <a:solidFill>
            <a:srgbClr val="001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tIns="0" rIns="45720" bIns="0" rtlCol="0" anchor="ctr"/>
          <a:lstStyle/>
          <a:p>
            <a:pPr algn="ctr"/>
            <a:r>
              <a:rPr sz="900" b="1" i="0">
                <a:solidFill>
                  <a:srgbClr val="FFFFFF"/>
                </a:solidFill>
                <a:latin typeface="Century Gothic"/>
              </a:rPr>
              <a:t>4 · Modelado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9555480" y="2944368"/>
            <a:ext cx="1737360" cy="548640"/>
          </a:xfrm>
          <a:prstGeom prst="roundRect">
            <a:avLst>
              <a:gd name="adj" fmla="val 50000"/>
            </a:avLst>
          </a:prstGeom>
          <a:solidFill>
            <a:srgbClr val="001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tIns="0" rIns="45720" bIns="0" rtlCol="0" anchor="ctr"/>
          <a:lstStyle/>
          <a:p>
            <a:pPr algn="ctr"/>
            <a:r>
              <a:rPr sz="900" b="1" i="0">
                <a:solidFill>
                  <a:srgbClr val="FFFFFF"/>
                </a:solidFill>
                <a:latin typeface="Century Gothic"/>
              </a:rPr>
              <a:t>5 · Evaluación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9555480" y="2148840"/>
            <a:ext cx="1737360" cy="548640"/>
          </a:xfrm>
          <a:prstGeom prst="roundRect">
            <a:avLst>
              <a:gd name="adj" fmla="val 50000"/>
            </a:avLst>
          </a:prstGeom>
          <a:solidFill>
            <a:srgbClr val="E8ED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tIns="0" rIns="45720" bIns="0" rtlCol="0" anchor="ctr"/>
          <a:lstStyle/>
          <a:p>
            <a:pPr algn="ctr"/>
            <a:r>
              <a:rPr sz="900" b="1" i="0">
                <a:solidFill>
                  <a:srgbClr val="001A41"/>
                </a:solidFill>
                <a:latin typeface="Century Gothic"/>
              </a:rPr>
              <a:t>6 · Despliegue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8531352" y="2697480"/>
            <a:ext cx="0" cy="246888"/>
          </a:xfrm>
          <a:prstGeom prst="line">
            <a:avLst/>
          </a:prstGeom>
          <a:ln w="19050">
            <a:solidFill>
              <a:srgbClr val="19BDE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8531352" y="3493008"/>
            <a:ext cx="0" cy="246888"/>
          </a:xfrm>
          <a:prstGeom prst="line">
            <a:avLst/>
          </a:prstGeom>
          <a:ln w="19050">
            <a:solidFill>
              <a:srgbClr val="19BDE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9400032" y="4014215"/>
            <a:ext cx="155448" cy="0"/>
          </a:xfrm>
          <a:prstGeom prst="line">
            <a:avLst/>
          </a:prstGeom>
          <a:ln w="19050">
            <a:solidFill>
              <a:srgbClr val="19BDE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 flipV="1">
            <a:off x="10424160" y="3493008"/>
            <a:ext cx="0" cy="246888"/>
          </a:xfrm>
          <a:prstGeom prst="line">
            <a:avLst/>
          </a:prstGeom>
          <a:ln w="19050">
            <a:solidFill>
              <a:srgbClr val="19BDE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 flipV="1">
            <a:off x="10424160" y="2697480"/>
            <a:ext cx="0" cy="246888"/>
          </a:xfrm>
          <a:prstGeom prst="line">
            <a:avLst/>
          </a:prstGeom>
          <a:ln w="19050">
            <a:solidFill>
              <a:srgbClr val="19BDE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 flipH="1">
            <a:off x="9400032" y="2423160"/>
            <a:ext cx="155448" cy="0"/>
          </a:xfrm>
          <a:prstGeom prst="line">
            <a:avLst/>
          </a:prstGeom>
          <a:ln w="19050">
            <a:solidFill>
              <a:srgbClr val="19BDE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TextBox 48"/>
          <p:cNvSpPr txBox="1"/>
          <p:nvPr/>
        </p:nvSpPr>
        <p:spPr>
          <a:xfrm>
            <a:off x="7662672" y="4434840"/>
            <a:ext cx="3657600" cy="10058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950" b="0" i="0">
                <a:solidFill>
                  <a:srgbClr val="39464F"/>
                </a:solidFill>
                <a:latin typeface="Century Gothic"/>
              </a:rPr>
              <a:t>En la Fase 2 volvimos de la evaluación a la preparación: ampliamos la historia de 18 a 68 meses y probamos 21 configuraciones antes de elegir una.</a:t>
            </a:r>
          </a:p>
        </p:txBody>
      </p:sp>
      <p:cxnSp>
        <p:nvCxnSpPr>
          <p:cNvPr id="50" name="Connector 49"/>
          <p:cNvCxnSpPr/>
          <p:nvPr/>
        </p:nvCxnSpPr>
        <p:spPr>
          <a:xfrm>
            <a:off x="5788152" y="3401568"/>
            <a:ext cx="1618488" cy="0"/>
          </a:xfrm>
          <a:prstGeom prst="line">
            <a:avLst/>
          </a:prstGeom>
          <a:ln w="15875">
            <a:solidFill>
              <a:srgbClr val="19BDE6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Rectangle 50"/>
          <p:cNvSpPr/>
          <p:nvPr/>
        </p:nvSpPr>
        <p:spPr>
          <a:xfrm>
            <a:off x="3749039" y="5760720"/>
            <a:ext cx="7726679" cy="502920"/>
          </a:xfrm>
          <a:prstGeom prst="rect">
            <a:avLst/>
          </a:prstGeom>
          <a:solidFill>
            <a:srgbClr val="F2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3931920" y="5760720"/>
            <a:ext cx="7406640" cy="5029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001A41"/>
                </a:solidFill>
                <a:latin typeface="Century Gothic"/>
              </a:rPr>
              <a:t>Seguimiento:</a:t>
            </a:r>
            <a:r>
              <a:rPr sz="1000" b="0" i="0">
                <a:solidFill>
                  <a:srgbClr val="001A41"/>
                </a:solidFill>
                <a:latin typeface="Century Gothic"/>
              </a:rPr>
              <a:t> Carta Gantt de 18 semanas, backlog de 71 tareas en Jira y 4 hitos de evaluación.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200" b="1">
                <a:solidFill>
                  <a:srgbClr val="001A41"/>
                </a:solidFill>
                <a:latin typeface="Century Gothic"/>
              </a:rPr>
              <a:t>Historias de usuario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22376" y="246888"/>
            <a:ext cx="1828800" cy="16459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39464F"/>
                </a:solidFill>
                <a:latin typeface="Century Gothic"/>
              </a:rPr>
              <a:t>Inchcape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78440" y="246888"/>
            <a:ext cx="1097280" cy="16459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spcAft>
                <a:spcPts val="0"/>
              </a:spcAft>
            </a:pPr>
            <a:r>
              <a:rPr sz="800" b="0" i="0">
                <a:solidFill>
                  <a:srgbClr val="39464F"/>
                </a:solidFill>
                <a:latin typeface="Century Gothic"/>
              </a:rPr>
              <a:t>13</a:t>
            </a:r>
          </a:p>
        </p:txBody>
      </p:sp>
      <p:sp>
        <p:nvSpPr>
          <p:cNvPr id="5" name="Snip Single Corner Rectangle 4"/>
          <p:cNvSpPr/>
          <p:nvPr/>
        </p:nvSpPr>
        <p:spPr>
          <a:xfrm>
            <a:off x="722376" y="1207008"/>
            <a:ext cx="5440680" cy="5056632"/>
          </a:xfrm>
          <a:prstGeom prst="snip1Rect">
            <a:avLst>
              <a:gd name="adj" fmla="val 9000"/>
            </a:avLst>
          </a:prstGeom>
          <a:solidFill>
            <a:srgbClr val="FFFFFF"/>
          </a:solidFill>
          <a:ln w="15875">
            <a:solidFill>
              <a:srgbClr val="19B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05840" y="1417320"/>
            <a:ext cx="4846320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19BDE6"/>
                </a:solidFill>
                <a:latin typeface="Century Gothic"/>
              </a:rPr>
              <a:t>EJEMPLO · HU-06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1664208"/>
            <a:ext cx="4846320" cy="29260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001A41"/>
                </a:solidFill>
                <a:latin typeface="Century Gothic"/>
              </a:rPr>
              <a:t>Consultar la proyección de todo el catálogo</a:t>
            </a:r>
          </a:p>
        </p:txBody>
      </p:sp>
      <p:sp>
        <p:nvSpPr>
          <p:cNvPr id="8" name="Rectangle 7"/>
          <p:cNvSpPr/>
          <p:nvPr/>
        </p:nvSpPr>
        <p:spPr>
          <a:xfrm>
            <a:off x="1005840" y="2103120"/>
            <a:ext cx="4873752" cy="1417320"/>
          </a:xfrm>
          <a:prstGeom prst="rect">
            <a:avLst/>
          </a:prstGeom>
          <a:solidFill>
            <a:srgbClr val="F2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161288" y="2212848"/>
            <a:ext cx="4572000" cy="12344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100" b="1" i="0" dirty="0">
                <a:solidFill>
                  <a:srgbClr val="001A41"/>
                </a:solidFill>
                <a:latin typeface="Century Gothic"/>
              </a:rPr>
              <a:t>Como</a:t>
            </a:r>
            <a:r>
              <a:rPr sz="1100" b="0" i="0" dirty="0">
                <a:solidFill>
                  <a:srgbClr val="001A41"/>
                </a:solidFill>
                <a:latin typeface="Century Gothic"/>
              </a:rPr>
              <a:t> </a:t>
            </a:r>
            <a:r>
              <a:rPr sz="1100" b="0" i="0" dirty="0" err="1">
                <a:solidFill>
                  <a:srgbClr val="001A41"/>
                </a:solidFill>
                <a:latin typeface="Century Gothic"/>
              </a:rPr>
              <a:t>planificador</a:t>
            </a:r>
            <a:r>
              <a:rPr sz="1100" b="0" i="0" dirty="0">
                <a:solidFill>
                  <a:srgbClr val="001A41"/>
                </a:solidFill>
                <a:latin typeface="Century Gothic"/>
              </a:rPr>
              <a:t> de </a:t>
            </a:r>
            <a:r>
              <a:rPr sz="1100" b="0" i="0" dirty="0" err="1">
                <a:solidFill>
                  <a:srgbClr val="001A41"/>
                </a:solidFill>
                <a:latin typeface="Century Gothic"/>
              </a:rPr>
              <a:t>demanda</a:t>
            </a:r>
            <a:r>
              <a:rPr sz="1100" b="0" i="0" dirty="0">
                <a:solidFill>
                  <a:srgbClr val="001A41"/>
                </a:solidFill>
                <a:latin typeface="Century Gothic"/>
              </a:rPr>
              <a:t>, </a:t>
            </a:r>
            <a:r>
              <a:rPr sz="1100" b="1" i="0" dirty="0" err="1">
                <a:solidFill>
                  <a:srgbClr val="001A41"/>
                </a:solidFill>
                <a:latin typeface="Century Gothic"/>
              </a:rPr>
              <a:t>quiero</a:t>
            </a:r>
            <a:r>
              <a:rPr sz="1100" b="0" i="0" dirty="0">
                <a:solidFill>
                  <a:srgbClr val="001A41"/>
                </a:solidFill>
                <a:latin typeface="Century Gothic"/>
              </a:rPr>
              <a:t> </a:t>
            </a:r>
            <a:r>
              <a:rPr sz="1100" b="0" i="0" dirty="0" err="1">
                <a:solidFill>
                  <a:srgbClr val="001A41"/>
                </a:solidFill>
                <a:latin typeface="Century Gothic"/>
              </a:rPr>
              <a:t>consultar</a:t>
            </a:r>
            <a:r>
              <a:rPr sz="1100" b="0" i="0" dirty="0">
                <a:solidFill>
                  <a:srgbClr val="001A41"/>
                </a:solidFill>
                <a:latin typeface="Century Gothic"/>
              </a:rPr>
              <a:t> la </a:t>
            </a:r>
            <a:r>
              <a:rPr sz="1100" b="0" i="0" dirty="0" err="1">
                <a:solidFill>
                  <a:srgbClr val="001A41"/>
                </a:solidFill>
                <a:latin typeface="Century Gothic"/>
              </a:rPr>
              <a:t>proyección</a:t>
            </a:r>
            <a:r>
              <a:rPr sz="1100" b="0" i="0" dirty="0">
                <a:solidFill>
                  <a:srgbClr val="001A41"/>
                </a:solidFill>
                <a:latin typeface="Century Gothic"/>
              </a:rPr>
              <a:t> de </a:t>
            </a:r>
            <a:r>
              <a:rPr sz="1100" b="0" i="0" dirty="0" err="1">
                <a:solidFill>
                  <a:srgbClr val="001A41"/>
                </a:solidFill>
                <a:latin typeface="Century Gothic"/>
              </a:rPr>
              <a:t>cada</a:t>
            </a:r>
            <a:r>
              <a:rPr sz="1100" b="0" i="0" dirty="0">
                <a:solidFill>
                  <a:srgbClr val="001A41"/>
                </a:solidFill>
                <a:latin typeface="Century Gothic"/>
              </a:rPr>
              <a:t> material y </a:t>
            </a:r>
            <a:r>
              <a:rPr sz="1100" b="0" i="0" dirty="0" err="1">
                <a:solidFill>
                  <a:srgbClr val="001A41"/>
                </a:solidFill>
                <a:latin typeface="Century Gothic"/>
              </a:rPr>
              <a:t>filtrarla</a:t>
            </a:r>
            <a:r>
              <a:rPr sz="1100" b="0" i="0" dirty="0">
                <a:solidFill>
                  <a:srgbClr val="001A41"/>
                </a:solidFill>
                <a:latin typeface="Century Gothic"/>
              </a:rPr>
              <a:t> </a:t>
            </a:r>
            <a:r>
              <a:rPr sz="1100" b="0" i="0" dirty="0" err="1">
                <a:solidFill>
                  <a:srgbClr val="001A41"/>
                </a:solidFill>
                <a:latin typeface="Century Gothic"/>
              </a:rPr>
              <a:t>por</a:t>
            </a:r>
            <a:r>
              <a:rPr sz="1100" b="0" i="0" dirty="0">
                <a:solidFill>
                  <a:srgbClr val="001A41"/>
                </a:solidFill>
                <a:latin typeface="Century Gothic"/>
              </a:rPr>
              <a:t> </a:t>
            </a:r>
            <a:r>
              <a:rPr sz="1100" b="0" i="0" dirty="0" err="1">
                <a:solidFill>
                  <a:srgbClr val="001A41"/>
                </a:solidFill>
                <a:latin typeface="Century Gothic"/>
              </a:rPr>
              <a:t>marca</a:t>
            </a:r>
            <a:r>
              <a:rPr sz="1100" b="0" i="0" dirty="0">
                <a:solidFill>
                  <a:srgbClr val="001A41"/>
                </a:solidFill>
                <a:latin typeface="Century Gothic"/>
              </a:rPr>
              <a:t>, familia, </a:t>
            </a:r>
            <a:r>
              <a:rPr sz="1100" b="0" i="0" dirty="0" err="1">
                <a:solidFill>
                  <a:srgbClr val="001A41"/>
                </a:solidFill>
                <a:latin typeface="Century Gothic"/>
              </a:rPr>
              <a:t>segmento</a:t>
            </a:r>
            <a:r>
              <a:rPr sz="1100" b="0" i="0" dirty="0">
                <a:solidFill>
                  <a:srgbClr val="001A41"/>
                </a:solidFill>
                <a:latin typeface="Century Gothic"/>
              </a:rPr>
              <a:t> y Apertura Parque</a:t>
            </a:r>
            <a:r>
              <a:rPr lang="es-CL" sz="1100" b="0" i="0" dirty="0">
                <a:solidFill>
                  <a:srgbClr val="001A41"/>
                </a:solidFill>
                <a:latin typeface="Century Gothic"/>
              </a:rPr>
              <a:t>.</a:t>
            </a:r>
            <a:endParaRPr sz="1100" b="0" i="0" dirty="0">
              <a:solidFill>
                <a:srgbClr val="001A41"/>
              </a:solidFill>
              <a:latin typeface="Century Gothic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005840" y="3675887"/>
            <a:ext cx="484632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050" b="1" i="0">
                <a:solidFill>
                  <a:srgbClr val="001A41"/>
                </a:solidFill>
                <a:latin typeface="Century Gothic"/>
              </a:rPr>
              <a:t>Criterios de aceptación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950208"/>
            <a:ext cx="4846320" cy="12344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155448" indent="-155448" algn="l">
              <a:spcAft>
                <a:spcPts val="500"/>
              </a:spcAft>
              <a:buClr>
                <a:srgbClr val="19BDE6"/>
              </a:buClr>
              <a:buFont typeface="Arial"/>
              <a:buChar char="•"/>
            </a:pPr>
            <a:r>
              <a:rPr sz="1000" b="1" i="0">
                <a:solidFill>
                  <a:srgbClr val="39464F"/>
                </a:solidFill>
                <a:latin typeface="Century Gothic"/>
              </a:rPr>
              <a:t>Dado</a:t>
            </a:r>
            <a:r>
              <a:rPr sz="1000" b="0" i="0">
                <a:solidFill>
                  <a:srgbClr val="39464F"/>
                </a:solidFill>
                <a:latin typeface="Century Gothic"/>
              </a:rPr>
              <a:t> un filtro, </a:t>
            </a:r>
            <a:r>
              <a:rPr sz="1000" b="1" i="0">
                <a:solidFill>
                  <a:srgbClr val="39464F"/>
                </a:solidFill>
                <a:latin typeface="Century Gothic"/>
              </a:rPr>
              <a:t>cuando</a:t>
            </a:r>
            <a:r>
              <a:rPr sz="1000" b="0" i="0">
                <a:solidFill>
                  <a:srgbClr val="39464F"/>
                </a:solidFill>
                <a:latin typeface="Century Gothic"/>
              </a:rPr>
              <a:t> consulto, </a:t>
            </a:r>
            <a:r>
              <a:rPr sz="1000" b="1" i="0">
                <a:solidFill>
                  <a:srgbClr val="39464F"/>
                </a:solidFill>
                <a:latin typeface="Century Gothic"/>
              </a:rPr>
              <a:t>entonces</a:t>
            </a:r>
            <a:r>
              <a:rPr sz="1000" b="0" i="0">
                <a:solidFill>
                  <a:srgbClr val="39464F"/>
                </a:solidFill>
                <a:latin typeface="Century Gothic"/>
              </a:rPr>
              <a:t> el total coincide con la suma de la proyección filtrada.</a:t>
            </a:r>
          </a:p>
          <a:p>
            <a:pPr marL="155448" indent="-155448" algn="l">
              <a:spcAft>
                <a:spcPts val="500"/>
              </a:spcAft>
              <a:buClr>
                <a:srgbClr val="19BDE6"/>
              </a:buClr>
              <a:buFont typeface="Arial"/>
              <a:buChar char="•"/>
            </a:pPr>
            <a:r>
              <a:rPr sz="1000" b="1" i="0">
                <a:solidFill>
                  <a:srgbClr val="39464F"/>
                </a:solidFill>
                <a:latin typeface="Century Gothic"/>
              </a:rPr>
              <a:t>Dada</a:t>
            </a:r>
            <a:r>
              <a:rPr sz="1000" b="0" i="0">
                <a:solidFill>
                  <a:srgbClr val="39464F"/>
                </a:solidFill>
                <a:latin typeface="Century Gothic"/>
              </a:rPr>
              <a:t> una combinación sin resultados, </a:t>
            </a:r>
            <a:r>
              <a:rPr sz="1000" b="1" i="0">
                <a:solidFill>
                  <a:srgbClr val="39464F"/>
                </a:solidFill>
                <a:latin typeface="Century Gothic"/>
              </a:rPr>
              <a:t>cuando</a:t>
            </a:r>
            <a:r>
              <a:rPr sz="1000" b="0" i="0">
                <a:solidFill>
                  <a:srgbClr val="39464F"/>
                </a:solidFill>
                <a:latin typeface="Century Gothic"/>
              </a:rPr>
              <a:t> consulto, </a:t>
            </a:r>
            <a:r>
              <a:rPr sz="1000" b="1" i="0">
                <a:solidFill>
                  <a:srgbClr val="39464F"/>
                </a:solidFill>
                <a:latin typeface="Century Gothic"/>
              </a:rPr>
              <a:t>entonces</a:t>
            </a:r>
            <a:r>
              <a:rPr sz="1000" b="0" i="0">
                <a:solidFill>
                  <a:srgbClr val="39464F"/>
                </a:solidFill>
                <a:latin typeface="Century Gothic"/>
              </a:rPr>
              <a:t> veo un mensaje y no una tabla vacía.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1005840" y="5230368"/>
            <a:ext cx="4864608" cy="0"/>
          </a:xfrm>
          <a:prstGeom prst="line">
            <a:avLst/>
          </a:prstGeom>
          <a:ln w="12700">
            <a:solidFill>
              <a:srgbClr val="E8ED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1005840" y="5321808"/>
            <a:ext cx="4846320" cy="8686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200"/>
              </a:spcAft>
            </a:pPr>
            <a:r>
              <a:rPr sz="900" b="1" i="0">
                <a:solidFill>
                  <a:srgbClr val="39464F"/>
                </a:solidFill>
                <a:latin typeface="Century Gothic"/>
              </a:rPr>
              <a:t>Requerimientos:</a:t>
            </a:r>
            <a:r>
              <a:rPr sz="900" b="0" i="0">
                <a:solidFill>
                  <a:srgbClr val="39464F"/>
                </a:solidFill>
                <a:latin typeface="Century Gothic"/>
              </a:rPr>
              <a:t> RF-16 · RF-18 · RF-20 · RNF-01</a:t>
            </a:r>
          </a:p>
          <a:p>
            <a:pPr algn="l">
              <a:spcAft>
                <a:spcPts val="200"/>
              </a:spcAft>
            </a:pPr>
            <a:r>
              <a:rPr sz="900" b="1" i="0">
                <a:solidFill>
                  <a:srgbClr val="39464F"/>
                </a:solidFill>
                <a:latin typeface="Century Gothic"/>
              </a:rPr>
              <a:t>Casos de prueba:</a:t>
            </a:r>
            <a:r>
              <a:rPr sz="900" b="0" i="0">
                <a:solidFill>
                  <a:srgbClr val="39464F"/>
                </a:solidFill>
                <a:latin typeface="Century Gothic"/>
              </a:rPr>
              <a:t> MTC_00200 · MTC_00210 · MTC_00220 · MTC_00240 · MTC_00260 · MTC_00520</a:t>
            </a:r>
          </a:p>
          <a:p>
            <a:pPr algn="l">
              <a:spcAft>
                <a:spcPts val="200"/>
              </a:spcAft>
            </a:pPr>
            <a:r>
              <a:rPr sz="900" b="1" i="0">
                <a:solidFill>
                  <a:srgbClr val="39464F"/>
                </a:solidFill>
                <a:latin typeface="Century Gothic"/>
              </a:rPr>
              <a:t>Estado:</a:t>
            </a:r>
            <a:r>
              <a:rPr sz="900" b="0" i="0">
                <a:solidFill>
                  <a:srgbClr val="39464F"/>
                </a:solidFill>
                <a:latin typeface="Century Gothic"/>
              </a:rPr>
              <a:t> parcial, falta el filtro por período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1207008"/>
            <a:ext cx="507492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250" b="1" i="0">
                <a:solidFill>
                  <a:srgbClr val="001A41"/>
                </a:solidFill>
                <a:latin typeface="Century Gothic"/>
              </a:rPr>
              <a:t>15 historias, ordenadas por el viaje del planificador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0" y="1572768"/>
            <a:ext cx="1417320" cy="274320"/>
          </a:xfrm>
          <a:prstGeom prst="roundRect">
            <a:avLst>
              <a:gd name="adj" fmla="val 50000"/>
            </a:avLst>
          </a:prstGeom>
          <a:solidFill>
            <a:srgbClr val="001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tIns="0" rIns="45720" bIns="0" rtlCol="0" anchor="ctr"/>
          <a:lstStyle/>
          <a:p>
            <a:pPr algn="ctr"/>
            <a:r>
              <a:rPr sz="900" b="1" i="0">
                <a:solidFill>
                  <a:srgbClr val="FFFFFF"/>
                </a:solidFill>
                <a:latin typeface="Century Gothic"/>
              </a:rPr>
              <a:t>5 implementadas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936992" y="1572768"/>
            <a:ext cx="1417320" cy="274320"/>
          </a:xfrm>
          <a:prstGeom prst="roundRect">
            <a:avLst>
              <a:gd name="adj" fmla="val 50000"/>
            </a:avLst>
          </a:prstGeom>
          <a:solidFill>
            <a:srgbClr val="19BD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tIns="0" rIns="45720" bIns="0" rtlCol="0" anchor="ctr"/>
          <a:lstStyle/>
          <a:p>
            <a:pPr algn="ctr"/>
            <a:r>
              <a:rPr sz="900" b="1" i="0">
                <a:solidFill>
                  <a:srgbClr val="001A41"/>
                </a:solidFill>
                <a:latin typeface="Century Gothic"/>
              </a:rPr>
              <a:t>9 parciales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473184" y="1572768"/>
            <a:ext cx="1417320" cy="274320"/>
          </a:xfrm>
          <a:prstGeom prst="roundRect">
            <a:avLst>
              <a:gd name="adj" fmla="val 50000"/>
            </a:avLst>
          </a:prstGeom>
          <a:solidFill>
            <a:srgbClr val="F1E5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tIns="0" rIns="45720" bIns="0" rtlCol="0" anchor="ctr"/>
          <a:lstStyle/>
          <a:p>
            <a:pPr algn="ctr"/>
            <a:r>
              <a:rPr sz="900" b="1" i="0">
                <a:solidFill>
                  <a:srgbClr val="001A41"/>
                </a:solidFill>
                <a:latin typeface="Century Gothic"/>
              </a:rPr>
              <a:t>1 pendiente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2048256"/>
            <a:ext cx="1143000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19BDE6"/>
                </a:solidFill>
                <a:latin typeface="Century Gothic"/>
              </a:rPr>
              <a:t>1 · Cargar</a:t>
            </a:r>
          </a:p>
        </p:txBody>
      </p:sp>
      <p:sp>
        <p:nvSpPr>
          <p:cNvPr id="19" name="Oval 18"/>
          <p:cNvSpPr/>
          <p:nvPr/>
        </p:nvSpPr>
        <p:spPr>
          <a:xfrm>
            <a:off x="7589520" y="2093976"/>
            <a:ext cx="118872" cy="118872"/>
          </a:xfrm>
          <a:prstGeom prst="ellipse">
            <a:avLst/>
          </a:prstGeom>
          <a:solidFill>
            <a:srgbClr val="001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790688" y="2048256"/>
            <a:ext cx="3703320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39464F"/>
                </a:solidFill>
                <a:latin typeface="Century Gothic"/>
              </a:rPr>
              <a:t>HU-01</a:t>
            </a:r>
            <a:r>
              <a:rPr sz="900" b="0" i="0">
                <a:solidFill>
                  <a:srgbClr val="39464F"/>
                </a:solidFill>
                <a:latin typeface="Century Gothic"/>
              </a:rPr>
              <a:t> · Cargar las fuentes del mes en un solo paso</a:t>
            </a:r>
          </a:p>
        </p:txBody>
      </p:sp>
      <p:sp>
        <p:nvSpPr>
          <p:cNvPr id="21" name="Oval 20"/>
          <p:cNvSpPr/>
          <p:nvPr/>
        </p:nvSpPr>
        <p:spPr>
          <a:xfrm>
            <a:off x="7589520" y="2339035"/>
            <a:ext cx="118872" cy="118872"/>
          </a:xfrm>
          <a:prstGeom prst="ellipse">
            <a:avLst/>
          </a:prstGeom>
          <a:solidFill>
            <a:srgbClr val="F1E5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790688" y="2293315"/>
            <a:ext cx="3703320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39464F"/>
                </a:solidFill>
                <a:latin typeface="Century Gothic"/>
              </a:rPr>
              <a:t>HU-02</a:t>
            </a:r>
            <a:r>
              <a:rPr sz="900" b="0" i="0">
                <a:solidFill>
                  <a:srgbClr val="39464F"/>
                </a:solidFill>
                <a:latin typeface="Century Gothic"/>
              </a:rPr>
              <a:t> · No reemplazar por error un mes ya cargado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2602382"/>
            <a:ext cx="1143000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19BDE6"/>
                </a:solidFill>
                <a:latin typeface="Century Gothic"/>
              </a:rPr>
              <a:t>2 · Integrar</a:t>
            </a:r>
          </a:p>
        </p:txBody>
      </p:sp>
      <p:sp>
        <p:nvSpPr>
          <p:cNvPr id="24" name="Oval 23"/>
          <p:cNvSpPr/>
          <p:nvPr/>
        </p:nvSpPr>
        <p:spPr>
          <a:xfrm>
            <a:off x="7589520" y="2648102"/>
            <a:ext cx="118872" cy="118872"/>
          </a:xfrm>
          <a:prstGeom prst="ellipse">
            <a:avLst/>
          </a:prstGeom>
          <a:solidFill>
            <a:srgbClr val="19BD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790688" y="2602382"/>
            <a:ext cx="3703320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39464F"/>
                </a:solidFill>
                <a:latin typeface="Century Gothic"/>
              </a:rPr>
              <a:t>HU-03</a:t>
            </a:r>
            <a:r>
              <a:rPr sz="900" b="0" i="0">
                <a:solidFill>
                  <a:srgbClr val="39464F"/>
                </a:solidFill>
                <a:latin typeface="Century Gothic"/>
              </a:rPr>
              <a:t> · Saber qué datos alimentaron cada recomendación</a:t>
            </a:r>
          </a:p>
        </p:txBody>
      </p:sp>
      <p:sp>
        <p:nvSpPr>
          <p:cNvPr id="26" name="Oval 25"/>
          <p:cNvSpPr/>
          <p:nvPr/>
        </p:nvSpPr>
        <p:spPr>
          <a:xfrm>
            <a:off x="7589520" y="2893161"/>
            <a:ext cx="118872" cy="118872"/>
          </a:xfrm>
          <a:prstGeom prst="ellipse">
            <a:avLst/>
          </a:prstGeom>
          <a:solidFill>
            <a:srgbClr val="001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790688" y="2847441"/>
            <a:ext cx="3703320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39464F"/>
                </a:solidFill>
                <a:latin typeface="Century Gothic"/>
              </a:rPr>
              <a:t>HU-04</a:t>
            </a:r>
            <a:r>
              <a:rPr sz="900" b="0" i="0">
                <a:solidFill>
                  <a:srgbClr val="39464F"/>
                </a:solidFill>
                <a:latin typeface="Century Gothic"/>
              </a:rPr>
              <a:t> · Heredar la venta del código antecesor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3156508"/>
            <a:ext cx="1143000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19BDE6"/>
                </a:solidFill>
                <a:latin typeface="Century Gothic"/>
              </a:rPr>
              <a:t>3 · Consultar</a:t>
            </a:r>
          </a:p>
        </p:txBody>
      </p:sp>
      <p:sp>
        <p:nvSpPr>
          <p:cNvPr id="29" name="Oval 28"/>
          <p:cNvSpPr/>
          <p:nvPr/>
        </p:nvSpPr>
        <p:spPr>
          <a:xfrm>
            <a:off x="7589520" y="3202228"/>
            <a:ext cx="118872" cy="118872"/>
          </a:xfrm>
          <a:prstGeom prst="ellipse">
            <a:avLst/>
          </a:prstGeom>
          <a:solidFill>
            <a:srgbClr val="19BD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7790688" y="3156508"/>
            <a:ext cx="3703320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39464F"/>
                </a:solidFill>
                <a:latin typeface="Century Gothic"/>
              </a:rPr>
              <a:t>HU-06</a:t>
            </a:r>
            <a:r>
              <a:rPr sz="900" b="0" i="0">
                <a:solidFill>
                  <a:srgbClr val="39464F"/>
                </a:solidFill>
                <a:latin typeface="Century Gothic"/>
              </a:rPr>
              <a:t> · Proyección de todo el catálogo</a:t>
            </a:r>
          </a:p>
        </p:txBody>
      </p:sp>
      <p:sp>
        <p:nvSpPr>
          <p:cNvPr id="31" name="Oval 30"/>
          <p:cNvSpPr/>
          <p:nvPr/>
        </p:nvSpPr>
        <p:spPr>
          <a:xfrm>
            <a:off x="7589520" y="3447288"/>
            <a:ext cx="118872" cy="118872"/>
          </a:xfrm>
          <a:prstGeom prst="ellipse">
            <a:avLst/>
          </a:prstGeom>
          <a:solidFill>
            <a:srgbClr val="19BD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7790688" y="3401568"/>
            <a:ext cx="3703320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39464F"/>
                </a:solidFill>
                <a:latin typeface="Century Gothic"/>
              </a:rPr>
              <a:t>HU-07</a:t>
            </a:r>
            <a:r>
              <a:rPr sz="900" b="0" i="0">
                <a:solidFill>
                  <a:srgbClr val="39464F"/>
                </a:solidFill>
                <a:latin typeface="Century Gothic"/>
              </a:rPr>
              <a:t> · Revisar primero lo que está en riesgo</a:t>
            </a:r>
          </a:p>
        </p:txBody>
      </p:sp>
      <p:sp>
        <p:nvSpPr>
          <p:cNvPr id="33" name="Oval 32"/>
          <p:cNvSpPr/>
          <p:nvPr/>
        </p:nvSpPr>
        <p:spPr>
          <a:xfrm>
            <a:off x="7589520" y="3692347"/>
            <a:ext cx="118872" cy="118872"/>
          </a:xfrm>
          <a:prstGeom prst="ellipse">
            <a:avLst/>
          </a:prstGeom>
          <a:solidFill>
            <a:srgbClr val="19BD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7790688" y="3646627"/>
            <a:ext cx="3703320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39464F"/>
                </a:solidFill>
                <a:latin typeface="Century Gothic"/>
              </a:rPr>
              <a:t>HU-08</a:t>
            </a:r>
            <a:r>
              <a:rPr sz="900" b="0" i="0">
                <a:solidFill>
                  <a:srgbClr val="39464F"/>
                </a:solidFill>
                <a:latin typeface="Century Gothic"/>
              </a:rPr>
              <a:t> · Proyección para los códigos nuevos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00800" y="3955694"/>
            <a:ext cx="1143000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19BDE6"/>
                </a:solidFill>
                <a:latin typeface="Century Gothic"/>
              </a:rPr>
              <a:t>4 · Simular</a:t>
            </a:r>
          </a:p>
        </p:txBody>
      </p:sp>
      <p:sp>
        <p:nvSpPr>
          <p:cNvPr id="36" name="Oval 35"/>
          <p:cNvSpPr/>
          <p:nvPr/>
        </p:nvSpPr>
        <p:spPr>
          <a:xfrm>
            <a:off x="7589520" y="4001414"/>
            <a:ext cx="118872" cy="118872"/>
          </a:xfrm>
          <a:prstGeom prst="ellipse">
            <a:avLst/>
          </a:prstGeom>
          <a:solidFill>
            <a:srgbClr val="001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7790688" y="3955694"/>
            <a:ext cx="3703320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39464F"/>
                </a:solidFill>
                <a:latin typeface="Century Gothic"/>
              </a:rPr>
              <a:t>HU-09</a:t>
            </a:r>
            <a:r>
              <a:rPr sz="900" b="0" i="0">
                <a:solidFill>
                  <a:srgbClr val="39464F"/>
                </a:solidFill>
                <a:latin typeface="Century Gothic"/>
              </a:rPr>
              <a:t> · Simular el nivel de servicio antes de comprar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00800" y="4264761"/>
            <a:ext cx="1143000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19BDE6"/>
                </a:solidFill>
                <a:latin typeface="Century Gothic"/>
              </a:rPr>
              <a:t>5 · Comprar</a:t>
            </a:r>
          </a:p>
        </p:txBody>
      </p:sp>
      <p:sp>
        <p:nvSpPr>
          <p:cNvPr id="39" name="Oval 38"/>
          <p:cNvSpPr/>
          <p:nvPr/>
        </p:nvSpPr>
        <p:spPr>
          <a:xfrm>
            <a:off x="7589520" y="4310481"/>
            <a:ext cx="118872" cy="118872"/>
          </a:xfrm>
          <a:prstGeom prst="ellipse">
            <a:avLst/>
          </a:prstGeom>
          <a:solidFill>
            <a:srgbClr val="001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7790688" y="4264761"/>
            <a:ext cx="3703320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39464F"/>
                </a:solidFill>
                <a:latin typeface="Century Gothic"/>
              </a:rPr>
              <a:t>HU-10</a:t>
            </a:r>
            <a:r>
              <a:rPr sz="900" b="0" i="0">
                <a:solidFill>
                  <a:srgbClr val="39464F"/>
                </a:solidFill>
                <a:latin typeface="Century Gothic"/>
              </a:rPr>
              <a:t> · Plan de compra priorizado</a:t>
            </a:r>
          </a:p>
        </p:txBody>
      </p:sp>
      <p:sp>
        <p:nvSpPr>
          <p:cNvPr id="41" name="Oval 40"/>
          <p:cNvSpPr/>
          <p:nvPr/>
        </p:nvSpPr>
        <p:spPr>
          <a:xfrm>
            <a:off x="7589520" y="4555540"/>
            <a:ext cx="118872" cy="118872"/>
          </a:xfrm>
          <a:prstGeom prst="ellipse">
            <a:avLst/>
          </a:prstGeom>
          <a:solidFill>
            <a:srgbClr val="19BD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7790688" y="4509820"/>
            <a:ext cx="3703320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39464F"/>
                </a:solidFill>
                <a:latin typeface="Century Gothic"/>
              </a:rPr>
              <a:t>HU-11</a:t>
            </a:r>
            <a:r>
              <a:rPr sz="900" b="0" i="0">
                <a:solidFill>
                  <a:srgbClr val="39464F"/>
                </a:solidFill>
                <a:latin typeface="Century Gothic"/>
              </a:rPr>
              <a:t> · Plan listo para emitir el pedido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00800" y="4818888"/>
            <a:ext cx="1143000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19BDE6"/>
                </a:solidFill>
                <a:latin typeface="Century Gothic"/>
              </a:rPr>
              <a:t>6 · Monitorear</a:t>
            </a:r>
          </a:p>
        </p:txBody>
      </p:sp>
      <p:sp>
        <p:nvSpPr>
          <p:cNvPr id="44" name="Oval 43"/>
          <p:cNvSpPr/>
          <p:nvPr/>
        </p:nvSpPr>
        <p:spPr>
          <a:xfrm>
            <a:off x="7589520" y="4864608"/>
            <a:ext cx="118872" cy="118872"/>
          </a:xfrm>
          <a:prstGeom prst="ellipse">
            <a:avLst/>
          </a:prstGeom>
          <a:solidFill>
            <a:srgbClr val="001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7790688" y="4818888"/>
            <a:ext cx="3703320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39464F"/>
                </a:solidFill>
                <a:latin typeface="Century Gothic"/>
              </a:rPr>
              <a:t>HU-05</a:t>
            </a:r>
            <a:r>
              <a:rPr sz="900" b="0" i="0">
                <a:solidFill>
                  <a:srgbClr val="39464F"/>
                </a:solidFill>
                <a:latin typeface="Century Gothic"/>
              </a:rPr>
              <a:t> · Fill rate y brecha contra la meta</a:t>
            </a:r>
          </a:p>
        </p:txBody>
      </p:sp>
      <p:sp>
        <p:nvSpPr>
          <p:cNvPr id="46" name="Oval 45"/>
          <p:cNvSpPr/>
          <p:nvPr/>
        </p:nvSpPr>
        <p:spPr>
          <a:xfrm>
            <a:off x="7589520" y="5109667"/>
            <a:ext cx="118872" cy="118872"/>
          </a:xfrm>
          <a:prstGeom prst="ellipse">
            <a:avLst/>
          </a:prstGeom>
          <a:solidFill>
            <a:srgbClr val="19BD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7790688" y="5063947"/>
            <a:ext cx="3703320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39464F"/>
                </a:solidFill>
                <a:latin typeface="Century Gothic"/>
              </a:rPr>
              <a:t>HU-12</a:t>
            </a:r>
            <a:r>
              <a:rPr sz="900" b="0" i="0">
                <a:solidFill>
                  <a:srgbClr val="39464F"/>
                </a:solidFill>
                <a:latin typeface="Century Gothic"/>
              </a:rPr>
              <a:t> · Saber si el modelo sigue funcionando</a:t>
            </a:r>
          </a:p>
        </p:txBody>
      </p:sp>
      <p:sp>
        <p:nvSpPr>
          <p:cNvPr id="48" name="Oval 47"/>
          <p:cNvSpPr/>
          <p:nvPr/>
        </p:nvSpPr>
        <p:spPr>
          <a:xfrm>
            <a:off x="7589520" y="5354726"/>
            <a:ext cx="118872" cy="118872"/>
          </a:xfrm>
          <a:prstGeom prst="ellipse">
            <a:avLst/>
          </a:prstGeom>
          <a:solidFill>
            <a:srgbClr val="19BD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7790688" y="5309006"/>
            <a:ext cx="3703320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39464F"/>
                </a:solidFill>
                <a:latin typeface="Century Gothic"/>
              </a:rPr>
              <a:t>HU-13</a:t>
            </a:r>
            <a:r>
              <a:rPr sz="900" b="0" i="0">
                <a:solidFill>
                  <a:srgbClr val="39464F"/>
                </a:solidFill>
                <a:latin typeface="Century Gothic"/>
              </a:rPr>
              <a:t> · Publicar solo modelos aprobados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400800" y="5618073"/>
            <a:ext cx="1143000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19BDE6"/>
                </a:solidFill>
                <a:latin typeface="Century Gothic"/>
              </a:rPr>
              <a:t>Transversal</a:t>
            </a:r>
          </a:p>
        </p:txBody>
      </p:sp>
      <p:sp>
        <p:nvSpPr>
          <p:cNvPr id="51" name="Oval 50"/>
          <p:cNvSpPr/>
          <p:nvPr/>
        </p:nvSpPr>
        <p:spPr>
          <a:xfrm>
            <a:off x="7589520" y="5663793"/>
            <a:ext cx="118872" cy="118872"/>
          </a:xfrm>
          <a:prstGeom prst="ellipse">
            <a:avLst/>
          </a:prstGeom>
          <a:solidFill>
            <a:srgbClr val="19BD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7790688" y="5618073"/>
            <a:ext cx="3703320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39464F"/>
                </a:solidFill>
                <a:latin typeface="Century Gothic"/>
              </a:rPr>
              <a:t>HU-14</a:t>
            </a:r>
            <a:r>
              <a:rPr sz="900" b="0" i="0">
                <a:solidFill>
                  <a:srgbClr val="39464F"/>
                </a:solidFill>
                <a:latin typeface="Century Gothic"/>
              </a:rPr>
              <a:t> · Ciclo mensual sin apoyo técnico</a:t>
            </a:r>
          </a:p>
        </p:txBody>
      </p:sp>
      <p:sp>
        <p:nvSpPr>
          <p:cNvPr id="53" name="Oval 52"/>
          <p:cNvSpPr/>
          <p:nvPr/>
        </p:nvSpPr>
        <p:spPr>
          <a:xfrm>
            <a:off x="7589520" y="5908852"/>
            <a:ext cx="118872" cy="118872"/>
          </a:xfrm>
          <a:prstGeom prst="ellipse">
            <a:avLst/>
          </a:prstGeom>
          <a:solidFill>
            <a:srgbClr val="19BD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7790688" y="5863132"/>
            <a:ext cx="3703320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39464F"/>
                </a:solidFill>
                <a:latin typeface="Century Gothic"/>
              </a:rPr>
              <a:t>HU-15</a:t>
            </a:r>
            <a:r>
              <a:rPr sz="900" b="0" i="0">
                <a:solidFill>
                  <a:srgbClr val="39464F"/>
                </a:solidFill>
                <a:latin typeface="Century Gothic"/>
              </a:rPr>
              <a:t> · Acceso con usuario y perfil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22376" y="6455664"/>
            <a:ext cx="9875520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750" b="0" i="0">
                <a:solidFill>
                  <a:srgbClr val="858A8C"/>
                </a:solidFill>
                <a:latin typeface="Century Gothic"/>
              </a:rPr>
              <a:t>Fuente: Historias de usuario y viaje del cliente (As-Is / To-Be), trazadas a la Toma de Requerimientos del proyecto.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22376" y="1783080"/>
            <a:ext cx="7863840" cy="320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19BDE6"/>
                </a:solidFill>
                <a:latin typeface="Century Gothic"/>
              </a:rPr>
              <a:t>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22376" y="2240280"/>
            <a:ext cx="8595360" cy="21031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800" b="1" i="0">
                <a:solidFill>
                  <a:srgbClr val="FFFFFF"/>
                </a:solidFill>
                <a:latin typeface="Century Gothic"/>
              </a:rPr>
              <a:t>DISEÑO DE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800" b="1" i="0">
                <a:solidFill>
                  <a:srgbClr val="FFFFFF"/>
                </a:solidFill>
                <a:latin typeface="Century Gothic"/>
              </a:rPr>
              <a:t>LA SOLUCIÓN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22376" y="4709160"/>
            <a:ext cx="7680960" cy="8229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9BDE6"/>
                </a:solidFill>
                <a:latin typeface="Century Gothic"/>
              </a:rPr>
              <a:t>Cómo está construido: arquitectura, tecnologías y modelo de datos.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200" b="1">
                <a:solidFill>
                  <a:srgbClr val="001A41"/>
                </a:solidFill>
                <a:latin typeface="Century Gothic"/>
              </a:rPr>
              <a:t>Arquitectura del sistema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22376" y="246888"/>
            <a:ext cx="1828800" cy="16459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39464F"/>
                </a:solidFill>
                <a:latin typeface="Century Gothic"/>
              </a:rPr>
              <a:t>Inchcape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78440" y="246888"/>
            <a:ext cx="1097280" cy="16459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spcAft>
                <a:spcPts val="0"/>
              </a:spcAft>
            </a:pPr>
            <a:r>
              <a:rPr sz="800" b="0" i="0">
                <a:solidFill>
                  <a:srgbClr val="39464F"/>
                </a:solidFill>
                <a:latin typeface="Century Gothic"/>
              </a:rPr>
              <a:t>15</a:t>
            </a:r>
          </a:p>
        </p:txBody>
      </p:sp>
      <p:pic>
        <p:nvPicPr>
          <p:cNvPr id="5" name="Picture 4" descr="01 - Arquitectura del sistem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8090" y="1188720"/>
            <a:ext cx="4952050" cy="5120640"/>
          </a:xfrm>
          <a:prstGeom prst="rect">
            <a:avLst/>
          </a:prstGeom>
          <a:ln w="9525">
            <a:solidFill>
              <a:srgbClr val="E8EDF1"/>
            </a:solidFill>
          </a:ln>
        </p:spPr>
      </p:pic>
      <p:sp>
        <p:nvSpPr>
          <p:cNvPr id="6" name="Snip Single Corner Rectangle 5"/>
          <p:cNvSpPr/>
          <p:nvPr/>
        </p:nvSpPr>
        <p:spPr>
          <a:xfrm>
            <a:off x="5989320" y="1188720"/>
            <a:ext cx="5486400" cy="969264"/>
          </a:xfrm>
          <a:prstGeom prst="snip1Rect">
            <a:avLst>
              <a:gd name="adj" fmla="val 9000"/>
            </a:avLst>
          </a:prstGeom>
          <a:solidFill>
            <a:srgbClr val="FFFFFF"/>
          </a:solidFill>
          <a:ln w="15875">
            <a:solidFill>
              <a:srgbClr val="001A4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" name="Oval 6"/>
          <p:cNvSpPr/>
          <p:nvPr/>
        </p:nvSpPr>
        <p:spPr>
          <a:xfrm>
            <a:off x="6172200" y="1444752"/>
            <a:ext cx="420624" cy="420624"/>
          </a:xfrm>
          <a:prstGeom prst="ellipse">
            <a:avLst/>
          </a:prstGeom>
          <a:solidFill>
            <a:srgbClr val="001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00" b="1" i="0">
                <a:solidFill>
                  <a:srgbClr val="FFFFFF"/>
                </a:solidFill>
                <a:latin typeface="Century Gothic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66560" y="1298448"/>
            <a:ext cx="4572000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001A41"/>
                </a:solidFill>
                <a:latin typeface="Century Gothic"/>
              </a:rPr>
              <a:t>Fuentes de datos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66560" y="1572768"/>
            <a:ext cx="4572000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950" b="0" i="0">
                <a:solidFill>
                  <a:srgbClr val="39464F"/>
                </a:solidFill>
                <a:latin typeface="Century Gothic"/>
              </a:rPr>
              <a:t>SAP ECC (venta, pedidos, stock y tránsito), ciclo S&amp;OP, maestro de materiales y parque vehicular.</a:t>
            </a:r>
          </a:p>
        </p:txBody>
      </p:sp>
      <p:sp>
        <p:nvSpPr>
          <p:cNvPr id="10" name="Snip Single Corner Rectangle 9"/>
          <p:cNvSpPr/>
          <p:nvPr/>
        </p:nvSpPr>
        <p:spPr>
          <a:xfrm>
            <a:off x="5989320" y="2267712"/>
            <a:ext cx="5486400" cy="969264"/>
          </a:xfrm>
          <a:prstGeom prst="snip1Rect">
            <a:avLst>
              <a:gd name="adj" fmla="val 9000"/>
            </a:avLst>
          </a:prstGeom>
          <a:solidFill>
            <a:srgbClr val="FFFFFF"/>
          </a:solidFill>
          <a:ln w="15875">
            <a:solidFill>
              <a:srgbClr val="19B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" name="Oval 10"/>
          <p:cNvSpPr/>
          <p:nvPr/>
        </p:nvSpPr>
        <p:spPr>
          <a:xfrm>
            <a:off x="6172200" y="2523744"/>
            <a:ext cx="420624" cy="420624"/>
          </a:xfrm>
          <a:prstGeom prst="ellipse">
            <a:avLst/>
          </a:prstGeom>
          <a:solidFill>
            <a:srgbClr val="19BD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00" b="1" i="0">
                <a:solidFill>
                  <a:srgbClr val="001A41"/>
                </a:solidFill>
                <a:latin typeface="Century Gothic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66560" y="2377440"/>
            <a:ext cx="4572000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001A41"/>
                </a:solidFill>
                <a:latin typeface="Century Gothic"/>
              </a:rPr>
              <a:t>Pipeline de carga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66560" y="2651760"/>
            <a:ext cx="4572000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950" b="0" i="0">
                <a:solidFill>
                  <a:srgbClr val="39464F"/>
                </a:solidFill>
                <a:latin typeface="Century Gothic"/>
              </a:rPr>
              <a:t>Extracción → validación con 15 reglas → normalización al último eslabón → consolidación → feature store con 42 variables.</a:t>
            </a:r>
          </a:p>
        </p:txBody>
      </p:sp>
      <p:sp>
        <p:nvSpPr>
          <p:cNvPr id="14" name="Snip Single Corner Rectangle 13"/>
          <p:cNvSpPr/>
          <p:nvPr/>
        </p:nvSpPr>
        <p:spPr>
          <a:xfrm>
            <a:off x="5989320" y="3346704"/>
            <a:ext cx="5486400" cy="969264"/>
          </a:xfrm>
          <a:prstGeom prst="snip1Rect">
            <a:avLst>
              <a:gd name="adj" fmla="val 9000"/>
            </a:avLst>
          </a:prstGeom>
          <a:solidFill>
            <a:srgbClr val="FFFFFF"/>
          </a:solidFill>
          <a:ln w="15875">
            <a:solidFill>
              <a:srgbClr val="001A4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5" name="Oval 14"/>
          <p:cNvSpPr/>
          <p:nvPr/>
        </p:nvSpPr>
        <p:spPr>
          <a:xfrm>
            <a:off x="6172200" y="3602736"/>
            <a:ext cx="420624" cy="420624"/>
          </a:xfrm>
          <a:prstGeom prst="ellipse">
            <a:avLst/>
          </a:prstGeom>
          <a:solidFill>
            <a:srgbClr val="001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00" b="1" i="0">
                <a:solidFill>
                  <a:srgbClr val="FFFFFF"/>
                </a:solidFill>
                <a:latin typeface="Century Gothic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66560" y="3456432"/>
            <a:ext cx="4572000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001A41"/>
                </a:solidFill>
                <a:latin typeface="Century Gothic"/>
              </a:rPr>
              <a:t>Almacenamiento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66560" y="3730752"/>
            <a:ext cx="4572000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950" b="0" i="0">
                <a:solidFill>
                  <a:srgbClr val="39464F"/>
                </a:solidFill>
                <a:latin typeface="Century Gothic"/>
              </a:rPr>
              <a:t>PostgreSQL 16 con 4 esquemas, 23 tablas y 37 claves foráneas; Parquet y registro de modelos.</a:t>
            </a:r>
          </a:p>
        </p:txBody>
      </p:sp>
      <p:sp>
        <p:nvSpPr>
          <p:cNvPr id="18" name="Snip Single Corner Rectangle 17"/>
          <p:cNvSpPr/>
          <p:nvPr/>
        </p:nvSpPr>
        <p:spPr>
          <a:xfrm>
            <a:off x="5989320" y="4425696"/>
            <a:ext cx="5486400" cy="969264"/>
          </a:xfrm>
          <a:prstGeom prst="snip1Rect">
            <a:avLst>
              <a:gd name="adj" fmla="val 9000"/>
            </a:avLst>
          </a:prstGeom>
          <a:solidFill>
            <a:srgbClr val="FFFFFF"/>
          </a:solidFill>
          <a:ln w="15875">
            <a:solidFill>
              <a:srgbClr val="19B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9" name="Oval 18"/>
          <p:cNvSpPr/>
          <p:nvPr/>
        </p:nvSpPr>
        <p:spPr>
          <a:xfrm>
            <a:off x="6172200" y="4681728"/>
            <a:ext cx="420624" cy="420624"/>
          </a:xfrm>
          <a:prstGeom prst="ellipse">
            <a:avLst/>
          </a:prstGeom>
          <a:solidFill>
            <a:srgbClr val="19BD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00" b="1" i="0">
                <a:solidFill>
                  <a:srgbClr val="001A41"/>
                </a:solidFill>
                <a:latin typeface="Century Gothic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66560" y="4535424"/>
            <a:ext cx="4572000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001A41"/>
                </a:solidFill>
                <a:latin typeface="Century Gothic"/>
              </a:rPr>
              <a:t>Modelos y aplicación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66560" y="4809744"/>
            <a:ext cx="4572000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950" b="0" i="0">
                <a:solidFill>
                  <a:srgbClr val="39464F"/>
                </a:solidFill>
                <a:latin typeface="Century Gothic"/>
              </a:rPr>
              <a:t>3 candidatos por segmento, backtesting con 5 criterios, publicación controlada y Streamlit con 6 módulos.</a:t>
            </a:r>
          </a:p>
        </p:txBody>
      </p:sp>
      <p:sp>
        <p:nvSpPr>
          <p:cNvPr id="22" name="Snip Single Corner Rectangle 21"/>
          <p:cNvSpPr/>
          <p:nvPr/>
        </p:nvSpPr>
        <p:spPr>
          <a:xfrm>
            <a:off x="5989320" y="5541264"/>
            <a:ext cx="5486400" cy="768096"/>
          </a:xfrm>
          <a:prstGeom prst="snip1Rect">
            <a:avLst>
              <a:gd name="adj" fmla="val 9000"/>
            </a:avLst>
          </a:prstGeom>
          <a:solidFill>
            <a:srgbClr val="001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217920" y="5541264"/>
            <a:ext cx="5120640" cy="7680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FFFFFF"/>
                </a:solidFill>
                <a:latin typeface="Century Gothic"/>
              </a:rPr>
              <a:t>Todo corre en </a:t>
            </a:r>
            <a:r>
              <a:rPr sz="1050" b="1" i="0">
                <a:solidFill>
                  <a:srgbClr val="FFFFFF"/>
                </a:solidFill>
                <a:latin typeface="Century Gothic"/>
              </a:rPr>
              <a:t>Docker Compose</a:t>
            </a:r>
            <a:r>
              <a:rPr sz="1050" b="0" i="0">
                <a:solidFill>
                  <a:srgbClr val="FFFFFF"/>
                </a:solidFill>
                <a:latin typeface="Century Gothic"/>
              </a:rPr>
              <a:t>: aplicación, base de datos, pipeline y pruebas se levantan con un solo comando.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200" b="1">
                <a:solidFill>
                  <a:srgbClr val="001A41"/>
                </a:solidFill>
                <a:latin typeface="Century Gothic"/>
              </a:rPr>
              <a:t>Tecnologías usadas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22376" y="246888"/>
            <a:ext cx="1828800" cy="16459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39464F"/>
                </a:solidFill>
                <a:latin typeface="Century Gothic"/>
              </a:rPr>
              <a:t>Inchcape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78440" y="246888"/>
            <a:ext cx="1097280" cy="16459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spcAft>
                <a:spcPts val="0"/>
              </a:spcAft>
            </a:pPr>
            <a:r>
              <a:rPr sz="800" b="0" i="0">
                <a:solidFill>
                  <a:srgbClr val="39464F"/>
                </a:solidFill>
                <a:latin typeface="Century Gothic"/>
              </a:rPr>
              <a:t>16</a:t>
            </a:r>
          </a:p>
        </p:txBody>
      </p:sp>
      <p:sp>
        <p:nvSpPr>
          <p:cNvPr id="5" name="Snip Single Corner Rectangle 4"/>
          <p:cNvSpPr/>
          <p:nvPr/>
        </p:nvSpPr>
        <p:spPr>
          <a:xfrm>
            <a:off x="722376" y="1234440"/>
            <a:ext cx="3575304" cy="1536192"/>
          </a:xfrm>
          <a:prstGeom prst="snip1Rect">
            <a:avLst>
              <a:gd name="adj" fmla="val 9000"/>
            </a:avLst>
          </a:prstGeom>
          <a:solidFill>
            <a:srgbClr val="FFFFFF"/>
          </a:solidFill>
          <a:ln w="15875">
            <a:solidFill>
              <a:srgbClr val="001A4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41832" y="1399032"/>
            <a:ext cx="3200400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001A41"/>
                </a:solidFill>
                <a:latin typeface="Century Gothic"/>
              </a:rPr>
              <a:t>Datos y pipeline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41832" y="1709928"/>
            <a:ext cx="3200400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152C47"/>
                </a:solidFill>
                <a:latin typeface="Century Gothic"/>
              </a:rPr>
              <a:t>Python 3.11 · pandas · PyArrow (Parquet)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41832" y="2148840"/>
            <a:ext cx="3200400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39464F"/>
                </a:solidFill>
                <a:latin typeface="Century Gothic"/>
              </a:rPr>
              <a:t>Estándar para datos tabulares; Parquet guarda el feature store con sus tipos.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4297680" y="2002536"/>
            <a:ext cx="936345" cy="1225296"/>
          </a:xfrm>
          <a:prstGeom prst="line">
            <a:avLst/>
          </a:prstGeom>
          <a:ln w="12700">
            <a:solidFill>
              <a:srgbClr val="9FB3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Snip Single Corner Rectangle 9"/>
          <p:cNvSpPr/>
          <p:nvPr/>
        </p:nvSpPr>
        <p:spPr>
          <a:xfrm>
            <a:off x="722376" y="2953512"/>
            <a:ext cx="3575304" cy="1536192"/>
          </a:xfrm>
          <a:prstGeom prst="snip1Rect">
            <a:avLst>
              <a:gd name="adj" fmla="val 9000"/>
            </a:avLst>
          </a:prstGeom>
          <a:solidFill>
            <a:srgbClr val="FFFFFF"/>
          </a:solidFill>
          <a:ln w="15875">
            <a:solidFill>
              <a:srgbClr val="19B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41832" y="3118104"/>
            <a:ext cx="3200400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001A41"/>
                </a:solidFill>
                <a:latin typeface="Century Gothic"/>
              </a:rPr>
              <a:t>Modelos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41832" y="3429000"/>
            <a:ext cx="3200400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152C47"/>
                </a:solidFill>
                <a:latin typeface="Century Gothic"/>
              </a:rPr>
              <a:t>scikit-learn (gradient boosting) · LightGBM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1832" y="3867912"/>
            <a:ext cx="3200400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39464F"/>
                </a:solidFill>
                <a:latin typeface="Century Gothic"/>
              </a:rPr>
              <a:t>Árboles de gradiente: manejan la demanda intermitente y los vacíos.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4297680" y="3721608"/>
            <a:ext cx="936345" cy="9144"/>
          </a:xfrm>
          <a:prstGeom prst="line">
            <a:avLst/>
          </a:prstGeom>
          <a:ln w="12700">
            <a:solidFill>
              <a:srgbClr val="9FB3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Snip Single Corner Rectangle 14"/>
          <p:cNvSpPr/>
          <p:nvPr/>
        </p:nvSpPr>
        <p:spPr>
          <a:xfrm>
            <a:off x="722376" y="4672583"/>
            <a:ext cx="3575304" cy="1536192"/>
          </a:xfrm>
          <a:prstGeom prst="snip1Rect">
            <a:avLst>
              <a:gd name="adj" fmla="val 9000"/>
            </a:avLst>
          </a:prstGeom>
          <a:solidFill>
            <a:srgbClr val="FFFFFF"/>
          </a:solidFill>
          <a:ln w="15875">
            <a:solidFill>
              <a:srgbClr val="001A4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41832" y="4837175"/>
            <a:ext cx="3200400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001A41"/>
                </a:solidFill>
                <a:latin typeface="Century Gothic"/>
              </a:rPr>
              <a:t>Aplicación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41832" y="5148071"/>
            <a:ext cx="3200400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152C47"/>
                </a:solidFill>
                <a:latin typeface="Century Gothic"/>
              </a:rPr>
              <a:t>Streamlit · Plotly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41832" y="5586983"/>
            <a:ext cx="3200400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39464F"/>
                </a:solidFill>
                <a:latin typeface="Century Gothic"/>
              </a:rPr>
              <a:t>Interfaz web en Python: el negocio la usa desde el navegador, sin instalar nada.</a:t>
            </a:r>
          </a:p>
        </p:txBody>
      </p:sp>
      <p:cxnSp>
        <p:nvCxnSpPr>
          <p:cNvPr id="19" name="Connector 18"/>
          <p:cNvCxnSpPr/>
          <p:nvPr/>
        </p:nvCxnSpPr>
        <p:spPr>
          <a:xfrm flipV="1">
            <a:off x="4297680" y="4233672"/>
            <a:ext cx="936345" cy="1207007"/>
          </a:xfrm>
          <a:prstGeom prst="line">
            <a:avLst/>
          </a:prstGeom>
          <a:ln w="12700">
            <a:solidFill>
              <a:srgbClr val="9FB3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Snip Single Corner Rectangle 19"/>
          <p:cNvSpPr/>
          <p:nvPr/>
        </p:nvSpPr>
        <p:spPr>
          <a:xfrm>
            <a:off x="7900416" y="1234440"/>
            <a:ext cx="3575304" cy="1536192"/>
          </a:xfrm>
          <a:prstGeom prst="snip1Rect">
            <a:avLst>
              <a:gd name="adj" fmla="val 9000"/>
            </a:avLst>
          </a:prstGeom>
          <a:solidFill>
            <a:srgbClr val="FFFFFF"/>
          </a:solidFill>
          <a:ln w="15875">
            <a:solidFill>
              <a:srgbClr val="19B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119872" y="1399032"/>
            <a:ext cx="3200400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001A41"/>
                </a:solidFill>
                <a:latin typeface="Century Gothic"/>
              </a:rPr>
              <a:t>Base de datos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19872" y="1709928"/>
            <a:ext cx="3200400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152C47"/>
                </a:solidFill>
                <a:latin typeface="Century Gothic"/>
              </a:rPr>
              <a:t>PostgreSQL 16 · esquemas staging, core, ml y ops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19872" y="2148840"/>
            <a:ext cx="3200400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39464F"/>
                </a:solidFill>
                <a:latin typeface="Century Gothic"/>
              </a:rPr>
              <a:t>Integridad referencial y trazabilidad de cada carga.</a:t>
            </a:r>
          </a:p>
        </p:txBody>
      </p:sp>
      <p:cxnSp>
        <p:nvCxnSpPr>
          <p:cNvPr id="24" name="Connector 23"/>
          <p:cNvCxnSpPr/>
          <p:nvPr/>
        </p:nvCxnSpPr>
        <p:spPr>
          <a:xfrm flipH="1">
            <a:off x="6958583" y="2002536"/>
            <a:ext cx="941833" cy="1225296"/>
          </a:xfrm>
          <a:prstGeom prst="line">
            <a:avLst/>
          </a:prstGeom>
          <a:ln w="12700">
            <a:solidFill>
              <a:srgbClr val="9FB3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Snip Single Corner Rectangle 24"/>
          <p:cNvSpPr/>
          <p:nvPr/>
        </p:nvSpPr>
        <p:spPr>
          <a:xfrm>
            <a:off x="7900416" y="2953512"/>
            <a:ext cx="3575304" cy="1536192"/>
          </a:xfrm>
          <a:prstGeom prst="snip1Rect">
            <a:avLst>
              <a:gd name="adj" fmla="val 9000"/>
            </a:avLst>
          </a:prstGeom>
          <a:solidFill>
            <a:srgbClr val="FFFFFF"/>
          </a:solidFill>
          <a:ln w="15875">
            <a:solidFill>
              <a:srgbClr val="001A4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119872" y="3118104"/>
            <a:ext cx="3200400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001A41"/>
                </a:solidFill>
                <a:latin typeface="Century Gothic"/>
              </a:rPr>
              <a:t>Despliegue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119872" y="3429000"/>
            <a:ext cx="3200400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152C47"/>
                </a:solidFill>
                <a:latin typeface="Century Gothic"/>
              </a:rPr>
              <a:t>Docker Compose · 4 servicios · imagen en 3 etapas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119872" y="3867912"/>
            <a:ext cx="3200400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39464F"/>
                </a:solidFill>
                <a:latin typeface="Century Gothic"/>
              </a:rPr>
              <a:t>El mismo ambiente en cualquier equipo, con un solo comando.</a:t>
            </a:r>
          </a:p>
        </p:txBody>
      </p:sp>
      <p:cxnSp>
        <p:nvCxnSpPr>
          <p:cNvPr id="29" name="Connector 28"/>
          <p:cNvCxnSpPr/>
          <p:nvPr/>
        </p:nvCxnSpPr>
        <p:spPr>
          <a:xfrm flipH="1">
            <a:off x="6958583" y="3721608"/>
            <a:ext cx="941833" cy="9144"/>
          </a:xfrm>
          <a:prstGeom prst="line">
            <a:avLst/>
          </a:prstGeom>
          <a:ln w="12700">
            <a:solidFill>
              <a:srgbClr val="9FB3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Snip Single Corner Rectangle 29"/>
          <p:cNvSpPr/>
          <p:nvPr/>
        </p:nvSpPr>
        <p:spPr>
          <a:xfrm>
            <a:off x="7900416" y="4672583"/>
            <a:ext cx="3575304" cy="1536192"/>
          </a:xfrm>
          <a:prstGeom prst="snip1Rect">
            <a:avLst>
              <a:gd name="adj" fmla="val 9000"/>
            </a:avLst>
          </a:prstGeom>
          <a:solidFill>
            <a:srgbClr val="FFFFFF"/>
          </a:solidFill>
          <a:ln w="15875">
            <a:solidFill>
              <a:srgbClr val="19B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119872" y="4837175"/>
            <a:ext cx="3200400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001A41"/>
                </a:solidFill>
                <a:latin typeface="Century Gothic"/>
              </a:rPr>
              <a:t>Calidad y gestión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119872" y="5148071"/>
            <a:ext cx="3200400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152C47"/>
                </a:solidFill>
                <a:latin typeface="Century Gothic"/>
              </a:rPr>
              <a:t>pytest (86 pruebas) · Git y GitHub · Jira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119872" y="5586983"/>
            <a:ext cx="3200400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39464F"/>
                </a:solidFill>
                <a:latin typeface="Century Gothic"/>
              </a:rPr>
              <a:t>Pruebas que se repiten en cada cambio y un backlog trazable.</a:t>
            </a:r>
          </a:p>
        </p:txBody>
      </p:sp>
      <p:cxnSp>
        <p:nvCxnSpPr>
          <p:cNvPr id="34" name="Connector 33"/>
          <p:cNvCxnSpPr/>
          <p:nvPr/>
        </p:nvCxnSpPr>
        <p:spPr>
          <a:xfrm flipH="1" flipV="1">
            <a:off x="6958583" y="4233672"/>
            <a:ext cx="941833" cy="1207007"/>
          </a:xfrm>
          <a:prstGeom prst="line">
            <a:avLst/>
          </a:prstGeom>
          <a:ln w="12700">
            <a:solidFill>
              <a:srgbClr val="9FB3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Oval 34"/>
          <p:cNvSpPr/>
          <p:nvPr/>
        </p:nvSpPr>
        <p:spPr>
          <a:xfrm>
            <a:off x="5159044" y="2793492"/>
            <a:ext cx="1874519" cy="1874519"/>
          </a:xfrm>
          <a:prstGeom prst="ellipse">
            <a:avLst/>
          </a:prstGeom>
          <a:solidFill>
            <a:srgbClr val="001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5159044" y="3346704"/>
            <a:ext cx="1874519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Century Gothic"/>
              </a:rPr>
              <a:t>Tecnologías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296204" y="3767328"/>
            <a:ext cx="1600199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900" b="0" i="0">
                <a:solidFill>
                  <a:srgbClr val="19BDE6"/>
                </a:solidFill>
                <a:latin typeface="Century Gothic"/>
              </a:rPr>
              <a:t>100% código abierto,</a:t>
            </a:r>
          </a:p>
          <a:p>
            <a:pPr algn="ctr">
              <a:spcAft>
                <a:spcPts val="0"/>
              </a:spcAft>
            </a:pPr>
            <a:r>
              <a:rPr sz="900" b="0" i="0">
                <a:solidFill>
                  <a:srgbClr val="19BDE6"/>
                </a:solidFill>
                <a:latin typeface="Century Gothic"/>
              </a:rPr>
              <a:t>sin costo de licencias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200" b="1">
                <a:solidFill>
                  <a:srgbClr val="001A41"/>
                </a:solidFill>
                <a:latin typeface="Century Gothic"/>
              </a:rPr>
              <a:t>Modelo de datos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22376" y="246888"/>
            <a:ext cx="1828800" cy="16459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39464F"/>
                </a:solidFill>
                <a:latin typeface="Century Gothic"/>
              </a:rPr>
              <a:t>Inchcape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78440" y="246888"/>
            <a:ext cx="1097280" cy="16459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spcAft>
                <a:spcPts val="0"/>
              </a:spcAft>
            </a:pPr>
            <a:r>
              <a:rPr sz="800" b="0" i="0">
                <a:solidFill>
                  <a:srgbClr val="39464F"/>
                </a:solidFill>
                <a:latin typeface="Century Gothic"/>
              </a:rPr>
              <a:t>17</a:t>
            </a:r>
          </a:p>
        </p:txBody>
      </p:sp>
      <p:pic>
        <p:nvPicPr>
          <p:cNvPr id="5" name="Picture 4" descr="ER - Esquema co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2376" y="1207008"/>
            <a:ext cx="5294376" cy="3109185"/>
          </a:xfrm>
          <a:prstGeom prst="rect">
            <a:avLst/>
          </a:prstGeom>
          <a:ln w="9525">
            <a:solidFill>
              <a:srgbClr val="E8EDF1"/>
            </a:solidFill>
          </a:ln>
        </p:spPr>
      </p:pic>
      <p:sp>
        <p:nvSpPr>
          <p:cNvPr id="6" name="TextBox 5"/>
          <p:cNvSpPr txBox="1"/>
          <p:nvPr/>
        </p:nvSpPr>
        <p:spPr>
          <a:xfrm>
            <a:off x="722376" y="4434840"/>
            <a:ext cx="5294376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39464F"/>
                </a:solidFill>
                <a:latin typeface="Century Gothic"/>
              </a:rPr>
              <a:t>Esquema core:</a:t>
            </a:r>
            <a:r>
              <a:rPr sz="1000" b="0" i="0">
                <a:solidFill>
                  <a:srgbClr val="39464F"/>
                </a:solidFill>
                <a:latin typeface="Century Gothic"/>
              </a:rPr>
              <a:t> modelo dimensional con 6 tablas de hechos (venta, pedidos, forecast, stock, tránsito y parque) y sus dimensiones.</a:t>
            </a:r>
          </a:p>
        </p:txBody>
      </p:sp>
      <p:pic>
        <p:nvPicPr>
          <p:cNvPr id="7" name="Picture 6" descr="ER - Esquemas ml y op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81344" y="1207008"/>
            <a:ext cx="5294376" cy="2912844"/>
          </a:xfrm>
          <a:prstGeom prst="rect">
            <a:avLst/>
          </a:prstGeom>
          <a:ln w="9525">
            <a:solidFill>
              <a:srgbClr val="E8EDF1"/>
            </a:solidFill>
          </a:ln>
        </p:spPr>
      </p:pic>
      <p:sp>
        <p:nvSpPr>
          <p:cNvPr id="8" name="TextBox 7"/>
          <p:cNvSpPr txBox="1"/>
          <p:nvPr/>
        </p:nvSpPr>
        <p:spPr>
          <a:xfrm>
            <a:off x="6181344" y="4434840"/>
            <a:ext cx="5294376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39464F"/>
                </a:solidFill>
                <a:latin typeface="Century Gothic"/>
              </a:rPr>
              <a:t>Esquemas ml y ops:</a:t>
            </a:r>
            <a:r>
              <a:rPr sz="1000" b="0" i="0">
                <a:solidFill>
                  <a:srgbClr val="39464F"/>
                </a:solidFill>
                <a:latin typeface="Century Gothic"/>
              </a:rPr>
              <a:t> feature store, modelos, predicciones y métricas de error, más la trazabilidad de cargas y validaciones.</a:t>
            </a:r>
          </a:p>
        </p:txBody>
      </p:sp>
      <p:sp>
        <p:nvSpPr>
          <p:cNvPr id="9" name="Snip Single Corner Rectangle 8"/>
          <p:cNvSpPr/>
          <p:nvPr/>
        </p:nvSpPr>
        <p:spPr>
          <a:xfrm>
            <a:off x="722376" y="5257800"/>
            <a:ext cx="10753344" cy="1005840"/>
          </a:xfrm>
          <a:prstGeom prst="snip1Rect">
            <a:avLst>
              <a:gd name="adj" fmla="val 9000"/>
            </a:avLst>
          </a:prstGeom>
          <a:solidFill>
            <a:srgbClr val="001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05840" y="5376672"/>
            <a:ext cx="566928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Century Gothic"/>
              </a:rPr>
              <a:t>PostgreSQL 16 · 4 esquemas · 23 tablas · 37 claves foráneas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5760720"/>
            <a:ext cx="10149840" cy="4114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19BDE6"/>
                </a:solidFill>
                <a:latin typeface="Century Gothic"/>
              </a:rPr>
              <a:t>La demo corre en modo archivo (Parquet) con la misma estructura; la base se crea con el script del modelo físico.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22376" y="1783080"/>
            <a:ext cx="7863840" cy="320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19BDE6"/>
                </a:solidFill>
                <a:latin typeface="Century Gothic"/>
              </a:rPr>
              <a:t>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22376" y="2240280"/>
            <a:ext cx="8595360" cy="21031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800" b="1" i="0">
                <a:solidFill>
                  <a:srgbClr val="FFFFFF"/>
                </a:solidFill>
                <a:latin typeface="Century Gothic"/>
              </a:rPr>
              <a:t>AVANCE DEL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800" b="1" i="0">
                <a:solidFill>
                  <a:srgbClr val="FFFFFF"/>
                </a:solidFill>
                <a:latin typeface="Century Gothic"/>
              </a:rPr>
              <a:t>PRODUCTO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22376" y="4709160"/>
            <a:ext cx="7680960" cy="8229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9BDE6"/>
                </a:solidFill>
                <a:latin typeface="Century Gothic"/>
              </a:rPr>
              <a:t>Qué está terminado, cómo se validó el modelo con datos reales y qué falta.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200" b="1">
                <a:solidFill>
                  <a:srgbClr val="001A41"/>
                </a:solidFill>
                <a:latin typeface="Century Gothic"/>
              </a:rPr>
              <a:t>Estado del producto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22376" y="246888"/>
            <a:ext cx="1828800" cy="16459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39464F"/>
                </a:solidFill>
                <a:latin typeface="Century Gothic"/>
              </a:rPr>
              <a:t>Inchcape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78440" y="246888"/>
            <a:ext cx="1097280" cy="16459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spcAft>
                <a:spcPts val="0"/>
              </a:spcAft>
            </a:pPr>
            <a:r>
              <a:rPr sz="800" b="0" i="0">
                <a:solidFill>
                  <a:srgbClr val="39464F"/>
                </a:solidFill>
                <a:latin typeface="Century Gothic"/>
              </a:rPr>
              <a:t>19</a:t>
            </a:r>
          </a:p>
        </p:txBody>
      </p:sp>
      <p:sp>
        <p:nvSpPr>
          <p:cNvPr id="5" name="Snip Single Corner Rectangle 4"/>
          <p:cNvSpPr/>
          <p:nvPr/>
        </p:nvSpPr>
        <p:spPr>
          <a:xfrm>
            <a:off x="722376" y="1207008"/>
            <a:ext cx="2551176" cy="1298448"/>
          </a:xfrm>
          <a:prstGeom prst="snip1Rect">
            <a:avLst>
              <a:gd name="adj" fmla="val 9000"/>
            </a:avLst>
          </a:prstGeom>
          <a:solidFill>
            <a:srgbClr val="FFFFFF"/>
          </a:solidFill>
          <a:ln w="15875">
            <a:solidFill>
              <a:srgbClr val="001A4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41832" y="1353312"/>
            <a:ext cx="2194560" cy="5029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001A41"/>
                </a:solidFill>
                <a:latin typeface="Century Gothic"/>
              </a:rPr>
              <a:t>77,6%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41832" y="1901952"/>
            <a:ext cx="2194560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950" b="0" i="0">
                <a:solidFill>
                  <a:srgbClr val="39464F"/>
                </a:solidFill>
                <a:latin typeface="Century Gothic"/>
              </a:rPr>
              <a:t>avance ponderado de implementación de los 38 requerimientos</a:t>
            </a:r>
          </a:p>
        </p:txBody>
      </p:sp>
      <p:sp>
        <p:nvSpPr>
          <p:cNvPr id="8" name="Snip Single Corner Rectangle 7"/>
          <p:cNvSpPr/>
          <p:nvPr/>
        </p:nvSpPr>
        <p:spPr>
          <a:xfrm>
            <a:off x="3456432" y="1207008"/>
            <a:ext cx="2551176" cy="1298448"/>
          </a:xfrm>
          <a:prstGeom prst="snip1Rect">
            <a:avLst>
              <a:gd name="adj" fmla="val 9000"/>
            </a:avLst>
          </a:prstGeom>
          <a:solidFill>
            <a:srgbClr val="FFFFFF"/>
          </a:solidFill>
          <a:ln w="15875">
            <a:solidFill>
              <a:srgbClr val="19B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675888" y="1353312"/>
            <a:ext cx="2194560" cy="5029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19BDE6"/>
                </a:solidFill>
                <a:latin typeface="Century Gothic"/>
              </a:rPr>
              <a:t>25 de 38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75888" y="1901952"/>
            <a:ext cx="2194560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950" b="0" i="0">
                <a:solidFill>
                  <a:srgbClr val="39464F"/>
                </a:solidFill>
                <a:latin typeface="Century Gothic"/>
              </a:rPr>
              <a:t>requerimientos implementados; 9 parciales y 4 pendientes</a:t>
            </a:r>
          </a:p>
        </p:txBody>
      </p:sp>
      <p:sp>
        <p:nvSpPr>
          <p:cNvPr id="11" name="Snip Single Corner Rectangle 10"/>
          <p:cNvSpPr/>
          <p:nvPr/>
        </p:nvSpPr>
        <p:spPr>
          <a:xfrm>
            <a:off x="6190488" y="1207008"/>
            <a:ext cx="2551176" cy="1298448"/>
          </a:xfrm>
          <a:prstGeom prst="snip1Rect">
            <a:avLst>
              <a:gd name="adj" fmla="val 9000"/>
            </a:avLst>
          </a:prstGeom>
          <a:solidFill>
            <a:srgbClr val="FFFFFF"/>
          </a:solidFill>
          <a:ln w="15875">
            <a:solidFill>
              <a:srgbClr val="001A4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09944" y="1353312"/>
            <a:ext cx="2194560" cy="5029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001A41"/>
                </a:solidFill>
                <a:latin typeface="Century Gothic"/>
              </a:rPr>
              <a:t>6 de 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9944" y="1901952"/>
            <a:ext cx="2194560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950" b="0" i="0">
                <a:solidFill>
                  <a:srgbClr val="39464F"/>
                </a:solidFill>
                <a:latin typeface="Century Gothic"/>
              </a:rPr>
              <a:t>módulos de la aplicación operativos</a:t>
            </a:r>
          </a:p>
        </p:txBody>
      </p:sp>
      <p:sp>
        <p:nvSpPr>
          <p:cNvPr id="14" name="Snip Single Corner Rectangle 13"/>
          <p:cNvSpPr/>
          <p:nvPr/>
        </p:nvSpPr>
        <p:spPr>
          <a:xfrm>
            <a:off x="8924544" y="1207008"/>
            <a:ext cx="2551176" cy="1298448"/>
          </a:xfrm>
          <a:prstGeom prst="snip1Rect">
            <a:avLst>
              <a:gd name="adj" fmla="val 9000"/>
            </a:avLst>
          </a:prstGeom>
          <a:solidFill>
            <a:srgbClr val="FFFFFF"/>
          </a:solidFill>
          <a:ln w="15875">
            <a:solidFill>
              <a:srgbClr val="19B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144000" y="1353312"/>
            <a:ext cx="2194560" cy="5029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19BDE6"/>
                </a:solidFill>
                <a:latin typeface="Century Gothic"/>
              </a:rPr>
              <a:t>100%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0" y="1901952"/>
            <a:ext cx="2194560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950" b="0" i="0">
                <a:solidFill>
                  <a:srgbClr val="39464F"/>
                </a:solidFill>
                <a:latin typeface="Century Gothic"/>
              </a:rPr>
              <a:t>del catálogo de la demo con proyección (1.880 materiales)</a:t>
            </a:r>
          </a:p>
        </p:txBody>
      </p:sp>
      <p:graphicFrame>
        <p:nvGraphicFramePr>
          <p:cNvPr id="17" name="Chart 16"/>
          <p:cNvGraphicFramePr>
            <a:graphicFrameLocks noGrp="1"/>
          </p:cNvGraphicFramePr>
          <p:nvPr/>
        </p:nvGraphicFramePr>
        <p:xfrm>
          <a:off x="722376" y="2697480"/>
          <a:ext cx="6720840" cy="36118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8" name="Snip Single Corner Rectangle 17"/>
          <p:cNvSpPr/>
          <p:nvPr/>
        </p:nvSpPr>
        <p:spPr>
          <a:xfrm>
            <a:off x="7635240" y="2697480"/>
            <a:ext cx="3840480" cy="3611880"/>
          </a:xfrm>
          <a:prstGeom prst="snip1Rect">
            <a:avLst>
              <a:gd name="adj" fmla="val 9000"/>
            </a:avLst>
          </a:prstGeom>
          <a:solidFill>
            <a:srgbClr val="FFFFFF"/>
          </a:solidFill>
          <a:ln w="15875">
            <a:solidFill>
              <a:srgbClr val="19B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863840" y="2852928"/>
            <a:ext cx="347472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250" b="1" i="0">
                <a:solidFill>
                  <a:srgbClr val="001A41"/>
                </a:solidFill>
                <a:latin typeface="Century Gothic"/>
              </a:rPr>
              <a:t>Lo que falta para terminar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63840" y="3246120"/>
            <a:ext cx="3474720" cy="30175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155448" indent="-155448" algn="l">
              <a:spcAft>
                <a:spcPts val="700"/>
              </a:spcAft>
              <a:buClr>
                <a:srgbClr val="19BDE6"/>
              </a:buClr>
              <a:buFont typeface="Arial"/>
              <a:buChar char="•"/>
            </a:pPr>
            <a:r>
              <a:rPr sz="950" b="1" i="0" dirty="0" err="1">
                <a:solidFill>
                  <a:srgbClr val="39464F"/>
                </a:solidFill>
                <a:latin typeface="Century Gothic"/>
              </a:rPr>
              <a:t>Pendientes</a:t>
            </a:r>
            <a:r>
              <a:rPr sz="950" b="1" i="0" dirty="0">
                <a:solidFill>
                  <a:srgbClr val="39464F"/>
                </a:solidFill>
                <a:latin typeface="Century Gothic"/>
              </a:rPr>
              <a:t>:</a:t>
            </a:r>
            <a:r>
              <a:rPr sz="950" b="0" i="0" dirty="0">
                <a:solidFill>
                  <a:srgbClr val="39464F"/>
                </a:solidFill>
                <a:latin typeface="Century Gothic"/>
              </a:rPr>
              <a:t> </a:t>
            </a:r>
            <a:r>
              <a:rPr sz="950" b="0" i="0" dirty="0" err="1">
                <a:solidFill>
                  <a:srgbClr val="39464F"/>
                </a:solidFill>
                <a:latin typeface="Century Gothic"/>
              </a:rPr>
              <a:t>inicio</a:t>
            </a:r>
            <a:r>
              <a:rPr sz="950" b="0" i="0" dirty="0">
                <a:solidFill>
                  <a:srgbClr val="39464F"/>
                </a:solidFill>
                <a:latin typeface="Century Gothic"/>
              </a:rPr>
              <a:t> de </a:t>
            </a:r>
            <a:r>
              <a:rPr sz="950" b="0" i="0" dirty="0" err="1">
                <a:solidFill>
                  <a:srgbClr val="39464F"/>
                </a:solidFill>
                <a:latin typeface="Century Gothic"/>
              </a:rPr>
              <a:t>sesión</a:t>
            </a:r>
            <a:r>
              <a:rPr sz="950" b="0" i="0" dirty="0">
                <a:solidFill>
                  <a:srgbClr val="39464F"/>
                </a:solidFill>
                <a:latin typeface="Century Gothic"/>
              </a:rPr>
              <a:t> y </a:t>
            </a:r>
            <a:r>
              <a:rPr sz="950" b="0" i="0" dirty="0" err="1">
                <a:solidFill>
                  <a:srgbClr val="39464F"/>
                </a:solidFill>
                <a:latin typeface="Century Gothic"/>
              </a:rPr>
              <a:t>perfiles</a:t>
            </a:r>
            <a:r>
              <a:rPr sz="950" b="0" i="0" dirty="0">
                <a:solidFill>
                  <a:srgbClr val="39464F"/>
                </a:solidFill>
                <a:latin typeface="Century Gothic"/>
              </a:rPr>
              <a:t> (RF-29, RF-30), </a:t>
            </a:r>
            <a:r>
              <a:rPr sz="950" b="0" i="0" dirty="0" err="1">
                <a:solidFill>
                  <a:srgbClr val="39464F"/>
                </a:solidFill>
                <a:latin typeface="Century Gothic"/>
              </a:rPr>
              <a:t>restituir</a:t>
            </a:r>
            <a:r>
              <a:rPr sz="950" b="0" i="0" dirty="0">
                <a:solidFill>
                  <a:srgbClr val="39464F"/>
                </a:solidFill>
                <a:latin typeface="Century Gothic"/>
              </a:rPr>
              <a:t> </a:t>
            </a:r>
            <a:r>
              <a:rPr sz="950" b="0" i="0" dirty="0" err="1">
                <a:solidFill>
                  <a:srgbClr val="39464F"/>
                </a:solidFill>
                <a:latin typeface="Century Gothic"/>
              </a:rPr>
              <a:t>una</a:t>
            </a:r>
            <a:r>
              <a:rPr sz="950" b="0" i="0" dirty="0">
                <a:solidFill>
                  <a:srgbClr val="39464F"/>
                </a:solidFill>
                <a:latin typeface="Century Gothic"/>
              </a:rPr>
              <a:t> </a:t>
            </a:r>
            <a:r>
              <a:rPr sz="950" b="0" i="0" dirty="0" err="1">
                <a:solidFill>
                  <a:srgbClr val="39464F"/>
                </a:solidFill>
                <a:latin typeface="Century Gothic"/>
              </a:rPr>
              <a:t>versión</a:t>
            </a:r>
            <a:r>
              <a:rPr sz="950" b="0" i="0" dirty="0">
                <a:solidFill>
                  <a:srgbClr val="39464F"/>
                </a:solidFill>
                <a:latin typeface="Century Gothic"/>
              </a:rPr>
              <a:t> anterior (RF-15) y </a:t>
            </a:r>
            <a:r>
              <a:rPr sz="950" b="0" i="0" dirty="0" err="1">
                <a:solidFill>
                  <a:srgbClr val="39464F"/>
                </a:solidFill>
                <a:latin typeface="Century Gothic"/>
              </a:rPr>
              <a:t>advertencia</a:t>
            </a:r>
            <a:r>
              <a:rPr sz="950" b="0" i="0" dirty="0">
                <a:solidFill>
                  <a:srgbClr val="39464F"/>
                </a:solidFill>
                <a:latin typeface="Century Gothic"/>
              </a:rPr>
              <a:t> al </a:t>
            </a:r>
            <a:r>
              <a:rPr sz="950" b="0" i="0" dirty="0" err="1">
                <a:solidFill>
                  <a:srgbClr val="39464F"/>
                </a:solidFill>
                <a:latin typeface="Century Gothic"/>
              </a:rPr>
              <a:t>recargar</a:t>
            </a:r>
            <a:r>
              <a:rPr sz="950" b="0" i="0" dirty="0">
                <a:solidFill>
                  <a:srgbClr val="39464F"/>
                </a:solidFill>
                <a:latin typeface="Century Gothic"/>
              </a:rPr>
              <a:t> un </a:t>
            </a:r>
            <a:r>
              <a:rPr sz="950" b="0" i="0" dirty="0" err="1">
                <a:solidFill>
                  <a:srgbClr val="39464F"/>
                </a:solidFill>
                <a:latin typeface="Century Gothic"/>
              </a:rPr>
              <a:t>mes</a:t>
            </a:r>
            <a:r>
              <a:rPr sz="950" b="0" i="0" dirty="0">
                <a:solidFill>
                  <a:srgbClr val="39464F"/>
                </a:solidFill>
                <a:latin typeface="Century Gothic"/>
              </a:rPr>
              <a:t> (RF-04).</a:t>
            </a:r>
          </a:p>
          <a:p>
            <a:pPr marL="155448" indent="-155448" algn="l">
              <a:spcAft>
                <a:spcPts val="700"/>
              </a:spcAft>
              <a:buClr>
                <a:srgbClr val="19BDE6"/>
              </a:buClr>
              <a:buFont typeface="Arial"/>
              <a:buChar char="•"/>
            </a:pPr>
            <a:r>
              <a:rPr sz="950" b="1" i="0" dirty="0" err="1">
                <a:solidFill>
                  <a:srgbClr val="39464F"/>
                </a:solidFill>
                <a:latin typeface="Century Gothic"/>
              </a:rPr>
              <a:t>Parciales</a:t>
            </a:r>
            <a:r>
              <a:rPr sz="950" b="1" i="0" dirty="0">
                <a:solidFill>
                  <a:srgbClr val="39464F"/>
                </a:solidFill>
                <a:latin typeface="Century Gothic"/>
              </a:rPr>
              <a:t>:</a:t>
            </a:r>
            <a:r>
              <a:rPr sz="950" b="0" i="0" dirty="0">
                <a:solidFill>
                  <a:srgbClr val="39464F"/>
                </a:solidFill>
                <a:latin typeface="Century Gothic"/>
              </a:rPr>
              <a:t> </a:t>
            </a:r>
            <a:r>
              <a:rPr sz="950" b="0" i="0" dirty="0" err="1">
                <a:solidFill>
                  <a:srgbClr val="39464F"/>
                </a:solidFill>
                <a:latin typeface="Century Gothic"/>
              </a:rPr>
              <a:t>filtro</a:t>
            </a:r>
            <a:r>
              <a:rPr sz="950" b="0" i="0" dirty="0">
                <a:solidFill>
                  <a:srgbClr val="39464F"/>
                </a:solidFill>
                <a:latin typeface="Century Gothic"/>
              </a:rPr>
              <a:t> </a:t>
            </a:r>
            <a:r>
              <a:rPr sz="950" b="0" i="0" dirty="0" err="1">
                <a:solidFill>
                  <a:srgbClr val="39464F"/>
                </a:solidFill>
                <a:latin typeface="Century Gothic"/>
              </a:rPr>
              <a:t>por</a:t>
            </a:r>
            <a:r>
              <a:rPr sz="950" b="0" i="0" dirty="0">
                <a:solidFill>
                  <a:srgbClr val="39464F"/>
                </a:solidFill>
                <a:latin typeface="Century Gothic"/>
              </a:rPr>
              <a:t> </a:t>
            </a:r>
            <a:r>
              <a:rPr sz="950" b="0" i="0" dirty="0" err="1">
                <a:solidFill>
                  <a:srgbClr val="39464F"/>
                </a:solidFill>
                <a:latin typeface="Century Gothic"/>
              </a:rPr>
              <a:t>período</a:t>
            </a:r>
            <a:r>
              <a:rPr sz="950" b="0" i="0" dirty="0">
                <a:solidFill>
                  <a:srgbClr val="39464F"/>
                </a:solidFill>
                <a:latin typeface="Century Gothic"/>
              </a:rPr>
              <a:t>, </a:t>
            </a:r>
            <a:r>
              <a:rPr sz="950" b="0" i="0" dirty="0" err="1">
                <a:solidFill>
                  <a:srgbClr val="39464F"/>
                </a:solidFill>
                <a:latin typeface="Century Gothic"/>
              </a:rPr>
              <a:t>orden</a:t>
            </a:r>
            <a:r>
              <a:rPr sz="950" b="0" i="0" dirty="0">
                <a:solidFill>
                  <a:srgbClr val="39464F"/>
                </a:solidFill>
                <a:latin typeface="Century Gothic"/>
              </a:rPr>
              <a:t> </a:t>
            </a:r>
            <a:r>
              <a:rPr sz="950" b="0" i="0" dirty="0" err="1">
                <a:solidFill>
                  <a:srgbClr val="39464F"/>
                </a:solidFill>
                <a:latin typeface="Century Gothic"/>
              </a:rPr>
              <a:t>por</a:t>
            </a:r>
            <a:r>
              <a:rPr sz="950" b="0" i="0" dirty="0">
                <a:solidFill>
                  <a:srgbClr val="39464F"/>
                </a:solidFill>
                <a:latin typeface="Century Gothic"/>
              </a:rPr>
              <a:t> </a:t>
            </a:r>
            <a:r>
              <a:rPr sz="950" b="0" i="0" dirty="0" err="1">
                <a:solidFill>
                  <a:srgbClr val="39464F"/>
                </a:solidFill>
                <a:latin typeface="Century Gothic"/>
              </a:rPr>
              <a:t>riesgo</a:t>
            </a:r>
            <a:r>
              <a:rPr sz="950" b="0" i="0" dirty="0">
                <a:solidFill>
                  <a:srgbClr val="39464F"/>
                </a:solidFill>
                <a:latin typeface="Century Gothic"/>
              </a:rPr>
              <a:t>, columnas del plan </a:t>
            </a:r>
            <a:r>
              <a:rPr sz="950" b="0" i="0" dirty="0" err="1">
                <a:solidFill>
                  <a:srgbClr val="39464F"/>
                </a:solidFill>
                <a:latin typeface="Century Gothic"/>
              </a:rPr>
              <a:t>acordadas</a:t>
            </a:r>
            <a:r>
              <a:rPr sz="950" b="0" i="0" dirty="0">
                <a:solidFill>
                  <a:srgbClr val="39464F"/>
                </a:solidFill>
                <a:latin typeface="Century Gothic"/>
              </a:rPr>
              <a:t> con </a:t>
            </a:r>
            <a:r>
              <a:rPr sz="950" b="0" i="0" dirty="0" err="1">
                <a:solidFill>
                  <a:srgbClr val="39464F"/>
                </a:solidFill>
                <a:latin typeface="Century Gothic"/>
              </a:rPr>
              <a:t>Compras</a:t>
            </a:r>
            <a:r>
              <a:rPr sz="950" b="0" i="0" dirty="0">
                <a:solidFill>
                  <a:srgbClr val="39464F"/>
                </a:solidFill>
                <a:latin typeface="Century Gothic"/>
              </a:rPr>
              <a:t>, </a:t>
            </a:r>
            <a:r>
              <a:rPr sz="950" b="0" i="0" dirty="0" err="1">
                <a:solidFill>
                  <a:srgbClr val="39464F"/>
                </a:solidFill>
                <a:latin typeface="Century Gothic"/>
              </a:rPr>
              <a:t>reentrenamiento</a:t>
            </a:r>
            <a:r>
              <a:rPr sz="950" b="0" i="0" dirty="0">
                <a:solidFill>
                  <a:srgbClr val="39464F"/>
                </a:solidFill>
                <a:latin typeface="Century Gothic"/>
              </a:rPr>
              <a:t> </a:t>
            </a:r>
            <a:r>
              <a:rPr sz="950" b="0" i="0" dirty="0" err="1">
                <a:solidFill>
                  <a:srgbClr val="39464F"/>
                </a:solidFill>
                <a:latin typeface="Century Gothic"/>
              </a:rPr>
              <a:t>desde</a:t>
            </a:r>
            <a:r>
              <a:rPr sz="950" b="0" i="0" dirty="0">
                <a:solidFill>
                  <a:srgbClr val="39464F"/>
                </a:solidFill>
                <a:latin typeface="Century Gothic"/>
              </a:rPr>
              <a:t> la </a:t>
            </a:r>
            <a:r>
              <a:rPr sz="950" b="0" i="0" dirty="0" err="1">
                <a:solidFill>
                  <a:srgbClr val="39464F"/>
                </a:solidFill>
                <a:latin typeface="Century Gothic"/>
              </a:rPr>
              <a:t>aplicación</a:t>
            </a:r>
            <a:r>
              <a:rPr sz="950" b="0" i="0" dirty="0">
                <a:solidFill>
                  <a:srgbClr val="39464F"/>
                </a:solidFill>
                <a:latin typeface="Century Gothic"/>
              </a:rPr>
              <a:t> y </a:t>
            </a:r>
            <a:r>
              <a:rPr sz="950" b="0" i="0" dirty="0" err="1">
                <a:solidFill>
                  <a:srgbClr val="39464F"/>
                </a:solidFill>
                <a:latin typeface="Century Gothic"/>
              </a:rPr>
              <a:t>despliegue</a:t>
            </a:r>
            <a:r>
              <a:rPr sz="950" b="0" i="0" dirty="0">
                <a:solidFill>
                  <a:srgbClr val="39464F"/>
                </a:solidFill>
                <a:latin typeface="Century Gothic"/>
              </a:rPr>
              <a:t> </a:t>
            </a:r>
            <a:r>
              <a:rPr sz="950" b="0" i="0" dirty="0" err="1">
                <a:solidFill>
                  <a:srgbClr val="39464F"/>
                </a:solidFill>
                <a:latin typeface="Century Gothic"/>
              </a:rPr>
              <a:t>en</a:t>
            </a:r>
            <a:r>
              <a:rPr sz="950" b="0" i="0" dirty="0">
                <a:solidFill>
                  <a:srgbClr val="39464F"/>
                </a:solidFill>
                <a:latin typeface="Century Gothic"/>
              </a:rPr>
              <a:t> Docker </a:t>
            </a:r>
            <a:r>
              <a:rPr sz="950" b="0" i="0" dirty="0" err="1">
                <a:solidFill>
                  <a:srgbClr val="39464F"/>
                </a:solidFill>
                <a:latin typeface="Century Gothic"/>
              </a:rPr>
              <a:t>verificado</a:t>
            </a:r>
            <a:r>
              <a:rPr sz="950" b="0" i="0" dirty="0">
                <a:solidFill>
                  <a:srgbClr val="39464F"/>
                </a:solidFill>
                <a:latin typeface="Century Gothic"/>
              </a:rPr>
              <a:t>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2376" y="6455664"/>
            <a:ext cx="9875520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750" b="0" i="0">
                <a:solidFill>
                  <a:srgbClr val="858A8C"/>
                </a:solidFill>
                <a:latin typeface="Century Gothic"/>
              </a:rPr>
              <a:t>Fuente: Toma de Requerimientos - Proyecto APT Inchcape.xlsx, hoja Resumen (18-10-2026). Avance ponderado: implementado 100%, parcial 50%, pendiente 0%.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200" b="1">
                <a:solidFill>
                  <a:srgbClr val="001A41"/>
                </a:solidFill>
                <a:latin typeface="Century Gothic"/>
              </a:rPr>
              <a:t>La aplicación: seis módulos operativos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22376" y="246888"/>
            <a:ext cx="1828800" cy="16459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39464F"/>
                </a:solidFill>
                <a:latin typeface="Century Gothic"/>
              </a:rPr>
              <a:t>Inchcape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78440" y="246888"/>
            <a:ext cx="1097280" cy="16459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spcAft>
                <a:spcPts val="0"/>
              </a:spcAft>
            </a:pPr>
            <a:r>
              <a:rPr sz="800" b="0" i="0">
                <a:solidFill>
                  <a:srgbClr val="39464F"/>
                </a:solidFill>
                <a:latin typeface="Century Gothic"/>
              </a:rPr>
              <a:t>20</a:t>
            </a:r>
          </a:p>
        </p:txBody>
      </p:sp>
      <p:pic>
        <p:nvPicPr>
          <p:cNvPr id="5" name="Picture 4" descr="app_carg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2376" y="1188720"/>
            <a:ext cx="3429000" cy="2136098"/>
          </a:xfrm>
          <a:prstGeom prst="rect">
            <a:avLst/>
          </a:prstGeom>
          <a:ln w="9525">
            <a:solidFill>
              <a:srgbClr val="9FB3C8"/>
            </a:solidFill>
          </a:ln>
        </p:spPr>
      </p:pic>
      <p:sp>
        <p:nvSpPr>
          <p:cNvPr id="6" name="TextBox 5"/>
          <p:cNvSpPr txBox="1"/>
          <p:nvPr/>
        </p:nvSpPr>
        <p:spPr>
          <a:xfrm>
            <a:off x="722376" y="3383280"/>
            <a:ext cx="3429000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39464F"/>
                </a:solidFill>
                <a:latin typeface="Century Gothic"/>
              </a:rPr>
              <a:t>1 · Carga de datos</a:t>
            </a:r>
            <a:r>
              <a:rPr sz="900" b="0" i="0">
                <a:solidFill>
                  <a:srgbClr val="39464F"/>
                </a:solidFill>
                <a:latin typeface="Century Gothic"/>
              </a:rPr>
              <a:t> · 15 reglas de calidad y bitácora de cada carga</a:t>
            </a:r>
          </a:p>
        </p:txBody>
      </p:sp>
      <p:pic>
        <p:nvPicPr>
          <p:cNvPr id="7" name="Picture 6" descr="app_proyecci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84548" y="1188720"/>
            <a:ext cx="3429000" cy="2136098"/>
          </a:xfrm>
          <a:prstGeom prst="rect">
            <a:avLst/>
          </a:prstGeom>
          <a:ln w="9525">
            <a:solidFill>
              <a:srgbClr val="9FB3C8"/>
            </a:solidFill>
          </a:ln>
        </p:spPr>
      </p:pic>
      <p:sp>
        <p:nvSpPr>
          <p:cNvPr id="8" name="TextBox 7"/>
          <p:cNvSpPr txBox="1"/>
          <p:nvPr/>
        </p:nvSpPr>
        <p:spPr>
          <a:xfrm>
            <a:off x="4384548" y="3383280"/>
            <a:ext cx="3429000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39464F"/>
                </a:solidFill>
                <a:latin typeface="Century Gothic"/>
              </a:rPr>
              <a:t>2 · Proyección de demanda</a:t>
            </a:r>
            <a:r>
              <a:rPr sz="900" b="0" i="0">
                <a:solidFill>
                  <a:srgbClr val="39464F"/>
                </a:solidFill>
                <a:latin typeface="Century Gothic"/>
              </a:rPr>
              <a:t> · Todo el catálogo, con filtros del negocio</a:t>
            </a:r>
          </a:p>
        </p:txBody>
      </p:sp>
      <p:pic>
        <p:nvPicPr>
          <p:cNvPr id="9" name="Picture 8" descr="app_monitoreo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46720" y="1188720"/>
            <a:ext cx="3429000" cy="2136098"/>
          </a:xfrm>
          <a:prstGeom prst="rect">
            <a:avLst/>
          </a:prstGeom>
          <a:ln w="9525">
            <a:solidFill>
              <a:srgbClr val="9FB3C8"/>
            </a:solidFill>
          </a:ln>
        </p:spPr>
      </p:pic>
      <p:sp>
        <p:nvSpPr>
          <p:cNvPr id="10" name="TextBox 9"/>
          <p:cNvSpPr txBox="1"/>
          <p:nvPr/>
        </p:nvSpPr>
        <p:spPr>
          <a:xfrm>
            <a:off x="8046720" y="3383280"/>
            <a:ext cx="3429000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39464F"/>
                </a:solidFill>
                <a:latin typeface="Century Gothic"/>
              </a:rPr>
              <a:t>3 · Monitoreo del modelo</a:t>
            </a:r>
            <a:r>
              <a:rPr sz="900" b="0" i="0">
                <a:solidFill>
                  <a:srgbClr val="39464F"/>
                </a:solidFill>
                <a:latin typeface="Century Gothic"/>
              </a:rPr>
              <a:t> · Error por segmento contra su umbral</a:t>
            </a:r>
          </a:p>
        </p:txBody>
      </p:sp>
      <p:pic>
        <p:nvPicPr>
          <p:cNvPr id="11" name="Picture 10" descr="app_simulacion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2376" y="3767328"/>
            <a:ext cx="3429000" cy="2136098"/>
          </a:xfrm>
          <a:prstGeom prst="rect">
            <a:avLst/>
          </a:prstGeom>
          <a:ln w="9525">
            <a:solidFill>
              <a:srgbClr val="9FB3C8"/>
            </a:solidFill>
          </a:ln>
        </p:spPr>
      </p:pic>
      <p:sp>
        <p:nvSpPr>
          <p:cNvPr id="12" name="TextBox 11"/>
          <p:cNvSpPr txBox="1"/>
          <p:nvPr/>
        </p:nvSpPr>
        <p:spPr>
          <a:xfrm>
            <a:off x="722376" y="5961888"/>
            <a:ext cx="3429000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39464F"/>
                </a:solidFill>
                <a:latin typeface="Century Gothic"/>
              </a:rPr>
              <a:t>4 · Simulación de cobertura</a:t>
            </a:r>
            <a:r>
              <a:rPr sz="900" b="0" i="0">
                <a:solidFill>
                  <a:srgbClr val="39464F"/>
                </a:solidFill>
                <a:latin typeface="Century Gothic"/>
              </a:rPr>
              <a:t> · Nivel de servicio y fill rate estimado</a:t>
            </a:r>
          </a:p>
        </p:txBody>
      </p:sp>
      <p:pic>
        <p:nvPicPr>
          <p:cNvPr id="13" name="Picture 12" descr="app_plan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384548" y="3767328"/>
            <a:ext cx="3429000" cy="2136098"/>
          </a:xfrm>
          <a:prstGeom prst="rect">
            <a:avLst/>
          </a:prstGeom>
          <a:ln w="9525">
            <a:solidFill>
              <a:srgbClr val="9FB3C8"/>
            </a:solidFill>
          </a:ln>
        </p:spPr>
      </p:pic>
      <p:sp>
        <p:nvSpPr>
          <p:cNvPr id="14" name="TextBox 13"/>
          <p:cNvSpPr txBox="1"/>
          <p:nvPr/>
        </p:nvSpPr>
        <p:spPr>
          <a:xfrm>
            <a:off x="4384548" y="5961888"/>
            <a:ext cx="3429000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39464F"/>
                </a:solidFill>
                <a:latin typeface="Century Gothic"/>
              </a:rPr>
              <a:t>5 · Plan de compra</a:t>
            </a:r>
            <a:r>
              <a:rPr sz="900" b="0" i="0">
                <a:solidFill>
                  <a:srgbClr val="39464F"/>
                </a:solidFill>
                <a:latin typeface="Century Gothic"/>
              </a:rPr>
              <a:t> · Priorizado por criticidad y descargable</a:t>
            </a:r>
          </a:p>
        </p:txBody>
      </p:sp>
      <p:pic>
        <p:nvPicPr>
          <p:cNvPr id="15" name="Picture 14" descr="app_gestion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046720" y="3767328"/>
            <a:ext cx="3429000" cy="2136098"/>
          </a:xfrm>
          <a:prstGeom prst="rect">
            <a:avLst/>
          </a:prstGeom>
          <a:ln w="9525">
            <a:solidFill>
              <a:srgbClr val="9FB3C8"/>
            </a:solidFill>
          </a:ln>
        </p:spPr>
      </p:pic>
      <p:sp>
        <p:nvSpPr>
          <p:cNvPr id="16" name="TextBox 15"/>
          <p:cNvSpPr txBox="1"/>
          <p:nvPr/>
        </p:nvSpPr>
        <p:spPr>
          <a:xfrm>
            <a:off x="8046720" y="5961888"/>
            <a:ext cx="3429000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39464F"/>
                </a:solidFill>
                <a:latin typeface="Century Gothic"/>
              </a:rPr>
              <a:t>6 · Gestión de modelos</a:t>
            </a:r>
            <a:r>
              <a:rPr sz="900" b="0" i="0">
                <a:solidFill>
                  <a:srgbClr val="39464F"/>
                </a:solidFill>
                <a:latin typeface="Century Gothic"/>
              </a:rPr>
              <a:t> · Solo se publican versiones validadas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2376" y="6455664"/>
            <a:ext cx="9875520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750" b="0" i="0">
                <a:solidFill>
                  <a:srgbClr val="858A8C"/>
                </a:solidFill>
                <a:latin typeface="Century Gothic"/>
              </a:rPr>
              <a:t>Capturas de la aplicación con datos sintéticos de demostración (1.880 materiales, 6 marcas, 30 meses).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200" b="1">
                <a:solidFill>
                  <a:srgbClr val="001A41"/>
                </a:solidFill>
                <a:latin typeface="Century Gothic"/>
              </a:rPr>
              <a:t>El modelo con datos reales: prueba ciega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22376" y="246888"/>
            <a:ext cx="1828800" cy="16459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39464F"/>
                </a:solidFill>
                <a:latin typeface="Century Gothic"/>
              </a:rPr>
              <a:t>Inchcape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78440" y="246888"/>
            <a:ext cx="1097280" cy="16459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spcAft>
                <a:spcPts val="0"/>
              </a:spcAft>
            </a:pPr>
            <a:r>
              <a:rPr sz="800" b="0" i="0">
                <a:solidFill>
                  <a:srgbClr val="39464F"/>
                </a:solidFill>
                <a:latin typeface="Century Gothic"/>
              </a:rPr>
              <a:t>21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2376" y="1207008"/>
            <a:ext cx="475488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250" b="1" i="0">
                <a:solidFill>
                  <a:srgbClr val="001A41"/>
                </a:solidFill>
                <a:latin typeface="Century Gothic"/>
              </a:rPr>
              <a:t>Cómo se validó</a:t>
            </a:r>
          </a:p>
        </p:txBody>
      </p:sp>
      <p:sp>
        <p:nvSpPr>
          <p:cNvPr id="6" name="Oval 5"/>
          <p:cNvSpPr/>
          <p:nvPr/>
        </p:nvSpPr>
        <p:spPr>
          <a:xfrm>
            <a:off x="722376" y="1627632"/>
            <a:ext cx="384048" cy="384048"/>
          </a:xfrm>
          <a:prstGeom prst="ellipse">
            <a:avLst/>
          </a:prstGeom>
          <a:solidFill>
            <a:srgbClr val="001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Century Gothic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71016" y="1600200"/>
            <a:ext cx="4206240" cy="8686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39464F"/>
                </a:solidFill>
                <a:latin typeface="Century Gothic"/>
              </a:rPr>
              <a:t>Se </a:t>
            </a:r>
            <a:r>
              <a:rPr sz="1050" b="1" i="0">
                <a:solidFill>
                  <a:srgbClr val="39464F"/>
                </a:solidFill>
                <a:latin typeface="Century Gothic"/>
              </a:rPr>
              <a:t>borran los 3 meses a predecir</a:t>
            </a:r>
            <a:r>
              <a:rPr sz="1050" b="0" i="0">
                <a:solidFill>
                  <a:srgbClr val="39464F"/>
                </a:solidFill>
                <a:latin typeface="Century Gothic"/>
              </a:rPr>
              <a:t> (junio a agosto de 2026) antes de cualquier análisis.</a:t>
            </a:r>
          </a:p>
        </p:txBody>
      </p:sp>
      <p:sp>
        <p:nvSpPr>
          <p:cNvPr id="10" name="Oval 9"/>
          <p:cNvSpPr/>
          <p:nvPr/>
        </p:nvSpPr>
        <p:spPr>
          <a:xfrm>
            <a:off x="722376" y="2492544"/>
            <a:ext cx="384048" cy="384048"/>
          </a:xfrm>
          <a:prstGeom prst="ellipse">
            <a:avLst/>
          </a:prstGeom>
          <a:solidFill>
            <a:srgbClr val="001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s-CL" sz="1100" b="1" i="0" dirty="0">
                <a:solidFill>
                  <a:srgbClr val="FFFFFF"/>
                </a:solidFill>
                <a:latin typeface="Century Gothic"/>
              </a:rPr>
              <a:t>2</a:t>
            </a:r>
            <a:endParaRPr sz="1100" b="1" i="0" dirty="0">
              <a:solidFill>
                <a:srgbClr val="FFFFFF"/>
              </a:solidFill>
              <a:latin typeface="Century Gothic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271016" y="2465112"/>
            <a:ext cx="4206240" cy="8686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39464F"/>
                </a:solidFill>
                <a:latin typeface="Century Gothic"/>
              </a:rPr>
              <a:t>Se pronostica y el pronóstico se </a:t>
            </a:r>
            <a:r>
              <a:rPr sz="1050" b="1" i="0">
                <a:solidFill>
                  <a:srgbClr val="39464F"/>
                </a:solidFill>
                <a:latin typeface="Century Gothic"/>
              </a:rPr>
              <a:t>guarda con su huella digital</a:t>
            </a:r>
            <a:r>
              <a:rPr sz="1050" b="0" i="0">
                <a:solidFill>
                  <a:srgbClr val="39464F"/>
                </a:solidFill>
                <a:latin typeface="Century Gothic"/>
              </a:rPr>
              <a:t> antes de leer lo real.</a:t>
            </a:r>
          </a:p>
        </p:txBody>
      </p:sp>
      <p:sp>
        <p:nvSpPr>
          <p:cNvPr id="12" name="Oval 11"/>
          <p:cNvSpPr/>
          <p:nvPr/>
        </p:nvSpPr>
        <p:spPr>
          <a:xfrm>
            <a:off x="722376" y="3425232"/>
            <a:ext cx="384048" cy="384048"/>
          </a:xfrm>
          <a:prstGeom prst="ellipse">
            <a:avLst/>
          </a:prstGeom>
          <a:solidFill>
            <a:srgbClr val="19BD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s-CL" sz="1100" b="1" dirty="0">
                <a:solidFill>
                  <a:srgbClr val="001A41"/>
                </a:solidFill>
                <a:latin typeface="Century Gothic"/>
              </a:rPr>
              <a:t>3</a:t>
            </a:r>
            <a:endParaRPr sz="1100" b="1" i="0" dirty="0">
              <a:solidFill>
                <a:srgbClr val="001A41"/>
              </a:solidFill>
              <a:latin typeface="Century Gothic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271016" y="3397800"/>
            <a:ext cx="4206240" cy="8686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39464F"/>
                </a:solidFill>
                <a:latin typeface="Century Gothic"/>
              </a:rPr>
              <a:t>Recién entonces se </a:t>
            </a:r>
            <a:r>
              <a:rPr sz="1050" b="1" i="0">
                <a:solidFill>
                  <a:srgbClr val="39464F"/>
                </a:solidFill>
                <a:latin typeface="Century Gothic"/>
              </a:rPr>
              <a:t>compara con el archivo original</a:t>
            </a:r>
            <a:r>
              <a:rPr sz="1050" b="0" i="0">
                <a:solidFill>
                  <a:srgbClr val="39464F"/>
                </a:solidFill>
                <a:latin typeface="Century Gothic"/>
              </a:rPr>
              <a:t>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60720" y="1207008"/>
            <a:ext cx="57150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250" b="1" i="0">
                <a:solidFill>
                  <a:srgbClr val="001A41"/>
                </a:solidFill>
                <a:latin typeface="Century Gothic"/>
              </a:rPr>
              <a:t>WMAPE en los 3 meses ocultos · menor es mejor</a:t>
            </a:r>
          </a:p>
        </p:txBody>
      </p:sp>
      <p:graphicFrame>
        <p:nvGraphicFramePr>
          <p:cNvPr id="15" name="Chart 14"/>
          <p:cNvGraphicFramePr>
            <a:graphicFrameLocks noGrp="1"/>
          </p:cNvGraphicFramePr>
          <p:nvPr/>
        </p:nvGraphicFramePr>
        <p:xfrm>
          <a:off x="5760720" y="1508760"/>
          <a:ext cx="5715000" cy="27889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6" name="TextBox 15"/>
          <p:cNvSpPr txBox="1"/>
          <p:nvPr/>
        </p:nvSpPr>
        <p:spPr>
          <a:xfrm>
            <a:off x="5760720" y="4315968"/>
            <a:ext cx="5715000" cy="4114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858A8C"/>
                </a:solidFill>
                <a:latin typeface="Century Gothic"/>
              </a:rPr>
              <a:t>Sesgo: −5,8% el modelo y −1,3% la referencia; ambos dentro del tope acordado de ±10%.</a:t>
            </a:r>
          </a:p>
        </p:txBody>
      </p:sp>
      <p:sp>
        <p:nvSpPr>
          <p:cNvPr id="17" name="Snip Single Corner Rectangle 16"/>
          <p:cNvSpPr/>
          <p:nvPr/>
        </p:nvSpPr>
        <p:spPr>
          <a:xfrm>
            <a:off x="5760720" y="4800600"/>
            <a:ext cx="1815084" cy="1463040"/>
          </a:xfrm>
          <a:prstGeom prst="snip1Rect">
            <a:avLst>
              <a:gd name="adj" fmla="val 8999"/>
            </a:avLst>
          </a:prstGeom>
          <a:solidFill>
            <a:srgbClr val="FFFFFF"/>
          </a:solidFill>
          <a:ln w="15875">
            <a:solidFill>
              <a:srgbClr val="001A4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925312" y="4937760"/>
            <a:ext cx="1554480" cy="4114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900" b="1" i="0">
                <a:solidFill>
                  <a:srgbClr val="001A41"/>
                </a:solidFill>
                <a:latin typeface="Century Gothic"/>
              </a:rPr>
              <a:t>−3,0 pts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25312" y="5376672"/>
            <a:ext cx="1554480" cy="8412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39464F"/>
                </a:solidFill>
                <a:latin typeface="Century Gothic"/>
              </a:rPr>
              <a:t>frente a la mejor referencia, la media móvil de 6 meses</a:t>
            </a:r>
          </a:p>
        </p:txBody>
      </p:sp>
      <p:sp>
        <p:nvSpPr>
          <p:cNvPr id="20" name="Snip Single Corner Rectangle 19"/>
          <p:cNvSpPr/>
          <p:nvPr/>
        </p:nvSpPr>
        <p:spPr>
          <a:xfrm>
            <a:off x="7712963" y="4800600"/>
            <a:ext cx="1815084" cy="1463040"/>
          </a:xfrm>
          <a:prstGeom prst="snip1Rect">
            <a:avLst>
              <a:gd name="adj" fmla="val 8999"/>
            </a:avLst>
          </a:prstGeom>
          <a:solidFill>
            <a:srgbClr val="FFFFFF"/>
          </a:solidFill>
          <a:ln w="15875">
            <a:solidFill>
              <a:srgbClr val="19B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877555" y="4937760"/>
            <a:ext cx="1554480" cy="4114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900" b="1" i="0">
                <a:solidFill>
                  <a:srgbClr val="19BDE6"/>
                </a:solidFill>
                <a:latin typeface="Century Gothic"/>
              </a:rPr>
              <a:t>71,4%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877555" y="5376672"/>
            <a:ext cx="1554480" cy="8412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39464F"/>
                </a:solidFill>
                <a:latin typeface="Century Gothic"/>
              </a:rPr>
              <a:t>a 3 meses, contra 75,9%: la ventaja crece en el horizonte de compra</a:t>
            </a:r>
          </a:p>
        </p:txBody>
      </p:sp>
      <p:sp>
        <p:nvSpPr>
          <p:cNvPr id="23" name="Snip Single Corner Rectangle 22"/>
          <p:cNvSpPr/>
          <p:nvPr/>
        </p:nvSpPr>
        <p:spPr>
          <a:xfrm>
            <a:off x="9665208" y="4800600"/>
            <a:ext cx="1815084" cy="1463040"/>
          </a:xfrm>
          <a:prstGeom prst="snip1Rect">
            <a:avLst>
              <a:gd name="adj" fmla="val 8999"/>
            </a:avLst>
          </a:prstGeom>
          <a:solidFill>
            <a:srgbClr val="FFFFFF"/>
          </a:solidFill>
          <a:ln w="15875">
            <a:solidFill>
              <a:srgbClr val="001A4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829800" y="4937760"/>
            <a:ext cx="1554480" cy="4114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900" b="1" i="0">
                <a:solidFill>
                  <a:srgbClr val="001A41"/>
                </a:solidFill>
                <a:latin typeface="Century Gothic"/>
              </a:rPr>
              <a:t>56,6%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829800" y="5376672"/>
            <a:ext cx="1554480" cy="8412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39464F"/>
                </a:solidFill>
                <a:latin typeface="Century Gothic"/>
              </a:rPr>
              <a:t>en la clase A, que hace el 65% de la venta (61,6% la referencia)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2376" y="6455664"/>
            <a:ext cx="9875520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750" b="0" i="0">
                <a:solidFill>
                  <a:srgbClr val="858A8C"/>
                </a:solidFill>
                <a:latin typeface="Century Gothic"/>
              </a:rPr>
              <a:t>Fuente: Informe_Pronostico_Demanda_Repuestos, sección 5 · Suzuki · Carrocería, 6.358 materiales · venta real de 68 meses (ene-21 a ago-26).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22376" y="1783080"/>
            <a:ext cx="7863840" cy="320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19BDE6"/>
                </a:solidFill>
                <a:latin typeface="Century Gothic"/>
              </a:rPr>
              <a:t>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22376" y="2240280"/>
            <a:ext cx="8595360" cy="21031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800" b="1" i="0">
                <a:solidFill>
                  <a:srgbClr val="FFFFFF"/>
                </a:solidFill>
                <a:latin typeface="Century Gothic"/>
              </a:rPr>
              <a:t>PLAN DE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800" b="1" i="0">
                <a:solidFill>
                  <a:srgbClr val="FFFFFF"/>
                </a:solidFill>
                <a:latin typeface="Century Gothic"/>
              </a:rPr>
              <a:t>PRUEBAS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22376" y="4709160"/>
            <a:ext cx="7680960" cy="8229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9BDE6"/>
                </a:solidFill>
                <a:latin typeface="Century Gothic"/>
              </a:rPr>
              <a:t>Qué se probó, con qué evidencia y qué errores encontramos.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200" b="1">
                <a:solidFill>
                  <a:srgbClr val="001A41"/>
                </a:solidFill>
                <a:latin typeface="Century Gothic"/>
              </a:rPr>
              <a:t>Plan de pruebas y avance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22376" y="246888"/>
            <a:ext cx="1828800" cy="16459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39464F"/>
                </a:solidFill>
                <a:latin typeface="Century Gothic"/>
              </a:rPr>
              <a:t>Inchcape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78440" y="246888"/>
            <a:ext cx="1097280" cy="16459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spcAft>
                <a:spcPts val="0"/>
              </a:spcAft>
            </a:pPr>
            <a:r>
              <a:rPr sz="800" b="0" i="0">
                <a:solidFill>
                  <a:srgbClr val="39464F"/>
                </a:solidFill>
                <a:latin typeface="Century Gothic"/>
              </a:rPr>
              <a:t>24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722376" y="1207008"/>
          <a:ext cx="4846320" cy="4572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2002536" y="2697480"/>
            <a:ext cx="2286000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2400" b="1" i="0">
                <a:solidFill>
                  <a:srgbClr val="001A41"/>
                </a:solidFill>
                <a:latin typeface="Century Gothic"/>
              </a:rPr>
              <a:t>23 de 54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002536" y="3200400"/>
            <a:ext cx="2286000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39464F"/>
                </a:solidFill>
                <a:latin typeface="Century Gothic"/>
              </a:rPr>
              <a:t>casos ejecutados (43%)</a:t>
            </a:r>
          </a:p>
        </p:txBody>
      </p:sp>
      <p:sp>
        <p:nvSpPr>
          <p:cNvPr id="8" name="Snip Single Corner Rectangle 7"/>
          <p:cNvSpPr/>
          <p:nvPr/>
        </p:nvSpPr>
        <p:spPr>
          <a:xfrm>
            <a:off x="5852160" y="1207008"/>
            <a:ext cx="5623560" cy="1143000"/>
          </a:xfrm>
          <a:prstGeom prst="snip1Rect">
            <a:avLst>
              <a:gd name="adj" fmla="val 9000"/>
            </a:avLst>
          </a:prstGeom>
          <a:solidFill>
            <a:srgbClr val="FFFFFF"/>
          </a:solidFill>
          <a:ln w="15875">
            <a:solidFill>
              <a:srgbClr val="001A4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053328" y="1371600"/>
            <a:ext cx="1371600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2400" b="1" i="0">
                <a:solidFill>
                  <a:srgbClr val="001A41"/>
                </a:solidFill>
                <a:latin typeface="Century Gothic"/>
              </a:rPr>
              <a:t>54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53328" y="1865376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858A8C"/>
                </a:solidFill>
                <a:latin typeface="Century Gothic"/>
              </a:rPr>
              <a:t>casos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06640" y="1389888"/>
            <a:ext cx="3886200" cy="8229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39464F"/>
                </a:solidFill>
                <a:latin typeface="Century Gothic"/>
              </a:rPr>
              <a:t>de prueba trazados a los 38 requerimientos: 51 del plan de certificación y 3 propuestos.</a:t>
            </a:r>
          </a:p>
        </p:txBody>
      </p:sp>
      <p:sp>
        <p:nvSpPr>
          <p:cNvPr id="12" name="Snip Single Corner Rectangle 11"/>
          <p:cNvSpPr/>
          <p:nvPr/>
        </p:nvSpPr>
        <p:spPr>
          <a:xfrm>
            <a:off x="5852160" y="2487168"/>
            <a:ext cx="5623560" cy="1143000"/>
          </a:xfrm>
          <a:prstGeom prst="snip1Rect">
            <a:avLst>
              <a:gd name="adj" fmla="val 9000"/>
            </a:avLst>
          </a:prstGeom>
          <a:solidFill>
            <a:srgbClr val="FFFFFF"/>
          </a:solidFill>
          <a:ln w="15875">
            <a:solidFill>
              <a:srgbClr val="19B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053328" y="2651760"/>
            <a:ext cx="1371600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2400" b="1" i="0">
                <a:solidFill>
                  <a:srgbClr val="19BDE6"/>
                </a:solidFill>
                <a:latin typeface="Century Gothic"/>
              </a:rPr>
              <a:t>23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53328" y="3145535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858A8C"/>
                </a:solidFill>
                <a:latin typeface="Century Gothic"/>
              </a:rPr>
              <a:t>casos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06640" y="2670048"/>
            <a:ext cx="3886200" cy="8229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39464F"/>
                </a:solidFill>
                <a:latin typeface="Century Gothic"/>
              </a:rPr>
              <a:t>ejecutados: 19 OK, 2 NOK y 2 bloqueados por dependencias externas (reporte de SAP, columnas de Compras).</a:t>
            </a:r>
          </a:p>
        </p:txBody>
      </p:sp>
      <p:sp>
        <p:nvSpPr>
          <p:cNvPr id="16" name="Snip Single Corner Rectangle 15"/>
          <p:cNvSpPr/>
          <p:nvPr/>
        </p:nvSpPr>
        <p:spPr>
          <a:xfrm>
            <a:off x="5852160" y="3767328"/>
            <a:ext cx="5623560" cy="1143000"/>
          </a:xfrm>
          <a:prstGeom prst="snip1Rect">
            <a:avLst>
              <a:gd name="adj" fmla="val 9000"/>
            </a:avLst>
          </a:prstGeom>
          <a:solidFill>
            <a:srgbClr val="FFFFFF"/>
          </a:solidFill>
          <a:ln w="15875">
            <a:solidFill>
              <a:srgbClr val="001A4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053328" y="3931920"/>
            <a:ext cx="1371600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2400" b="1" i="0">
                <a:solidFill>
                  <a:srgbClr val="001A41"/>
                </a:solidFill>
                <a:latin typeface="Century Gothic"/>
              </a:rPr>
              <a:t>86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53328" y="4425696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858A8C"/>
                </a:solidFill>
                <a:latin typeface="Century Gothic"/>
              </a:rPr>
              <a:t>pruebas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06640" y="3950208"/>
            <a:ext cx="3886200" cy="8229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39464F"/>
                </a:solidFill>
                <a:latin typeface="Century Gothic"/>
              </a:rPr>
              <a:t>automatizadas, todas aprobadas; cobertura de 80% a 100% en dominio, modelos y pipeline.</a:t>
            </a:r>
          </a:p>
        </p:txBody>
      </p:sp>
      <p:sp>
        <p:nvSpPr>
          <p:cNvPr id="20" name="Snip Single Corner Rectangle 19"/>
          <p:cNvSpPr/>
          <p:nvPr/>
        </p:nvSpPr>
        <p:spPr>
          <a:xfrm>
            <a:off x="5852160" y="5047488"/>
            <a:ext cx="5623560" cy="1143000"/>
          </a:xfrm>
          <a:prstGeom prst="snip1Rect">
            <a:avLst>
              <a:gd name="adj" fmla="val 9000"/>
            </a:avLst>
          </a:prstGeom>
          <a:solidFill>
            <a:srgbClr val="FFFFFF"/>
          </a:solidFill>
          <a:ln w="15875">
            <a:solidFill>
              <a:srgbClr val="19B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053328" y="5212079"/>
            <a:ext cx="1371600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2400" b="1" i="0">
                <a:solidFill>
                  <a:srgbClr val="19BDE6"/>
                </a:solidFill>
                <a:latin typeface="Century Gothic"/>
              </a:rPr>
              <a:t>23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53328" y="5705855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858A8C"/>
                </a:solidFill>
                <a:latin typeface="Century Gothic"/>
              </a:rPr>
              <a:t>requerimientos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06640" y="5230368"/>
            <a:ext cx="3886200" cy="8229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39464F"/>
                </a:solidFill>
                <a:latin typeface="Century Gothic"/>
              </a:rPr>
              <a:t>con evidencia documentada en Word: 13 cumplen, 5 con observación y 5 parciales.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22376" y="6455664"/>
            <a:ext cx="9875520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750" b="0" i="0">
                <a:solidFill>
                  <a:srgbClr val="858A8C"/>
                </a:solidFill>
                <a:latin typeface="Century Gothic"/>
              </a:rPr>
              <a:t>Fuente: Toma de Requerimientos (hoja Pruebas por requerimiento), Evidencias_Pruebas_Proyecto_APT_v2.docx y suite pytest del proyecto.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200" b="1">
                <a:solidFill>
                  <a:srgbClr val="001A41"/>
                </a:solidFill>
                <a:latin typeface="Century Gothic"/>
              </a:rPr>
              <a:t>Evidencias: errores encontrados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22376" y="246888"/>
            <a:ext cx="1828800" cy="16459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39464F"/>
                </a:solidFill>
                <a:latin typeface="Century Gothic"/>
              </a:rPr>
              <a:t>Inchcape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78440" y="246888"/>
            <a:ext cx="1097280" cy="16459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spcAft>
                <a:spcPts val="0"/>
              </a:spcAft>
            </a:pPr>
            <a:r>
              <a:rPr sz="800" b="0" i="0">
                <a:solidFill>
                  <a:srgbClr val="39464F"/>
                </a:solidFill>
                <a:latin typeface="Century Gothic"/>
              </a:rPr>
              <a:t>25</a:t>
            </a:r>
          </a:p>
        </p:txBody>
      </p:sp>
      <p:sp>
        <p:nvSpPr>
          <p:cNvPr id="5" name="Snip Single Corner Rectangle 4"/>
          <p:cNvSpPr/>
          <p:nvPr/>
        </p:nvSpPr>
        <p:spPr>
          <a:xfrm>
            <a:off x="722376" y="1207008"/>
            <a:ext cx="5294376" cy="4069080"/>
          </a:xfrm>
          <a:prstGeom prst="snip1Rect">
            <a:avLst>
              <a:gd name="adj" fmla="val 9000"/>
            </a:avLst>
          </a:prstGeom>
          <a:solidFill>
            <a:srgbClr val="FFFFFF"/>
          </a:solidFill>
          <a:ln w="15875">
            <a:solidFill>
              <a:srgbClr val="D93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960120" y="1389888"/>
            <a:ext cx="2377440" cy="256032"/>
          </a:xfrm>
          <a:prstGeom prst="roundRect">
            <a:avLst>
              <a:gd name="adj" fmla="val 50000"/>
            </a:avLst>
          </a:prstGeom>
          <a:solidFill>
            <a:srgbClr val="D9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tIns="0" rIns="45720" bIns="0" rtlCol="0" anchor="ctr"/>
          <a:lstStyle/>
          <a:p>
            <a:pPr algn="ctr"/>
            <a:r>
              <a:rPr sz="850" b="1" i="0">
                <a:solidFill>
                  <a:srgbClr val="FFFFFF"/>
                </a:solidFill>
                <a:latin typeface="Century Gothic"/>
              </a:rPr>
              <a:t>NOK · MTC_00330 · RF-23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755648"/>
            <a:ext cx="484632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001A41"/>
                </a:solidFill>
                <a:latin typeface="Century Gothic"/>
              </a:rPr>
              <a:t>El plan de compra no ordena por menor cobertura</a:t>
            </a:r>
          </a:p>
        </p:txBody>
      </p:sp>
      <p:pic>
        <p:nvPicPr>
          <p:cNvPr id="8" name="Picture 7" descr="evid_pla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" y="2121408"/>
            <a:ext cx="4846320" cy="1774886"/>
          </a:xfrm>
          <a:prstGeom prst="rect">
            <a:avLst/>
          </a:prstGeom>
          <a:ln w="9525">
            <a:solidFill>
              <a:srgbClr val="9FB3C8"/>
            </a:solidFill>
          </a:ln>
        </p:spPr>
      </p:pic>
      <p:sp>
        <p:nvSpPr>
          <p:cNvPr id="9" name="Rectangle 8"/>
          <p:cNvSpPr/>
          <p:nvPr/>
        </p:nvSpPr>
        <p:spPr>
          <a:xfrm>
            <a:off x="960120" y="2276658"/>
            <a:ext cx="3881251" cy="146858"/>
          </a:xfrm>
          <a:prstGeom prst="rect">
            <a:avLst/>
          </a:prstGeom>
          <a:noFill/>
          <a:ln w="22225">
            <a:solidFill>
              <a:srgbClr val="D93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960120" y="2868286"/>
            <a:ext cx="3881251" cy="289520"/>
          </a:xfrm>
          <a:prstGeom prst="rect">
            <a:avLst/>
          </a:prstGeom>
          <a:noFill/>
          <a:ln w="22225">
            <a:solidFill>
              <a:srgbClr val="D93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60120" y="4005072"/>
            <a:ext cx="4846320" cy="12344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500"/>
              </a:spcAft>
            </a:pPr>
            <a:r>
              <a:rPr sz="950" b="0" i="0">
                <a:solidFill>
                  <a:srgbClr val="39464F"/>
                </a:solidFill>
                <a:latin typeface="Century Gothic"/>
              </a:rPr>
              <a:t>La prioridad 1 tiene 0,82 meses de cobertura y las prioridades 5 y 6 tienen 0,00: el orden aplica antes la criticidad del código.</a:t>
            </a:r>
          </a:p>
          <a:p>
            <a:pPr algn="l">
              <a:spcAft>
                <a:spcPts val="0"/>
              </a:spcAft>
            </a:pPr>
            <a:r>
              <a:rPr sz="950" b="1" i="0">
                <a:solidFill>
                  <a:srgbClr val="39464F"/>
                </a:solidFill>
                <a:latin typeface="Century Gothic"/>
              </a:rPr>
              <a:t>Acción:</a:t>
            </a:r>
            <a:r>
              <a:rPr sz="950" b="0" i="0">
                <a:solidFill>
                  <a:srgbClr val="39464F"/>
                </a:solidFill>
                <a:latin typeface="Century Gothic"/>
              </a:rPr>
              <a:t> alinear el criterio de aceptación con la contraparte o cambiar el orden.</a:t>
            </a:r>
          </a:p>
        </p:txBody>
      </p:sp>
      <p:sp>
        <p:nvSpPr>
          <p:cNvPr id="12" name="Snip Single Corner Rectangle 11"/>
          <p:cNvSpPr/>
          <p:nvPr/>
        </p:nvSpPr>
        <p:spPr>
          <a:xfrm>
            <a:off x="6181344" y="1207008"/>
            <a:ext cx="5294376" cy="4069080"/>
          </a:xfrm>
          <a:prstGeom prst="snip1Rect">
            <a:avLst>
              <a:gd name="adj" fmla="val 9000"/>
            </a:avLst>
          </a:prstGeom>
          <a:solidFill>
            <a:srgbClr val="FFFFFF"/>
          </a:solidFill>
          <a:ln w="15875">
            <a:solidFill>
              <a:srgbClr val="F1E51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6419088" y="1389888"/>
            <a:ext cx="2377440" cy="256032"/>
          </a:xfrm>
          <a:prstGeom prst="roundRect">
            <a:avLst>
              <a:gd name="adj" fmla="val 50000"/>
            </a:avLst>
          </a:prstGeom>
          <a:solidFill>
            <a:srgbClr val="F1E5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tIns="0" rIns="45720" bIns="0" rtlCol="0" anchor="ctr"/>
          <a:lstStyle/>
          <a:p>
            <a:pPr algn="ctr"/>
            <a:r>
              <a:rPr sz="850" b="1" i="0">
                <a:solidFill>
                  <a:srgbClr val="001A41"/>
                </a:solidFill>
                <a:latin typeface="Century Gothic"/>
              </a:rPr>
              <a:t>DEFECTO · RF-21 · SIMULACIÓN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19088" y="1755648"/>
            <a:ext cx="484632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001A41"/>
                </a:solidFill>
                <a:latin typeface="Century Gothic"/>
              </a:rPr>
              <a:t>La tabla de escenarios muestra «1%»</a:t>
            </a:r>
          </a:p>
        </p:txBody>
      </p:sp>
      <p:pic>
        <p:nvPicPr>
          <p:cNvPr id="15" name="Picture 14" descr="evid_simulaci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19088" y="2121408"/>
            <a:ext cx="4846320" cy="906222"/>
          </a:xfrm>
          <a:prstGeom prst="rect">
            <a:avLst/>
          </a:prstGeom>
          <a:ln w="9525">
            <a:solidFill>
              <a:srgbClr val="9FB3C8"/>
            </a:solidFill>
          </a:ln>
        </p:spPr>
      </p:pic>
      <p:sp>
        <p:nvSpPr>
          <p:cNvPr id="16" name="Rectangle 15"/>
          <p:cNvSpPr/>
          <p:nvPr/>
        </p:nvSpPr>
        <p:spPr>
          <a:xfrm>
            <a:off x="6428938" y="2308562"/>
            <a:ext cx="689517" cy="709217"/>
          </a:xfrm>
          <a:prstGeom prst="rect">
            <a:avLst/>
          </a:prstGeom>
          <a:noFill/>
          <a:ln w="22225">
            <a:solidFill>
              <a:srgbClr val="D93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19088" y="3246120"/>
            <a:ext cx="4846320" cy="1463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500"/>
              </a:spcAft>
            </a:pPr>
            <a:r>
              <a:rPr sz="950" b="0" i="0">
                <a:solidFill>
                  <a:srgbClr val="39464F"/>
                </a:solidFill>
                <a:latin typeface="Century Gothic"/>
              </a:rPr>
              <a:t>El nivel de servicio se guarda como 0,90, 0,95, 0,97 y 0,99, y la columna lo formatea como entero: las cuatro filas dicen «1%».</a:t>
            </a:r>
          </a:p>
          <a:p>
            <a:pPr algn="l">
              <a:spcAft>
                <a:spcPts val="0"/>
              </a:spcAft>
            </a:pPr>
            <a:r>
              <a:rPr sz="950" b="1" i="0">
                <a:solidFill>
                  <a:srgbClr val="39464F"/>
                </a:solidFill>
                <a:latin typeface="Century Gothic"/>
              </a:rPr>
              <a:t>Acción:</a:t>
            </a:r>
            <a:r>
              <a:rPr sz="950" b="0" i="0">
                <a:solidFill>
                  <a:srgbClr val="39464F"/>
                </a:solidFill>
                <a:latin typeface="Century Gothic"/>
              </a:rPr>
              <a:t> corregir el formato de la columna para mostrar 90%, 95%, 97% y 99%.</a:t>
            </a:r>
          </a:p>
        </p:txBody>
      </p:sp>
      <p:sp>
        <p:nvSpPr>
          <p:cNvPr id="18" name="Snip Single Corner Rectangle 17"/>
          <p:cNvSpPr/>
          <p:nvPr/>
        </p:nvSpPr>
        <p:spPr>
          <a:xfrm>
            <a:off x="722376" y="5440680"/>
            <a:ext cx="10753344" cy="822960"/>
          </a:xfrm>
          <a:prstGeom prst="snip1Rect">
            <a:avLst>
              <a:gd name="adj" fmla="val 9000"/>
            </a:avLst>
          </a:prstGeom>
          <a:solidFill>
            <a:srgbClr val="F2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60120" y="5440680"/>
            <a:ext cx="10332720" cy="8229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Aft>
                <a:spcPts val="0"/>
              </a:spcAft>
            </a:pPr>
            <a:r>
              <a:rPr sz="950" b="1" i="0">
                <a:solidFill>
                  <a:srgbClr val="001A41"/>
                </a:solidFill>
                <a:latin typeface="Century Gothic"/>
              </a:rPr>
              <a:t>Otros hallazgos:</a:t>
            </a:r>
            <a:r>
              <a:rPr sz="950" b="0" i="0">
                <a:solidFill>
                  <a:srgbClr val="001A41"/>
                </a:solidFill>
                <a:latin typeface="Century Gothic"/>
              </a:rPr>
              <a:t> MTC_00210 (NOK), no existe filtro por período · MTC_00590 bloqueado, falta el reporte de fill rate de SAP · MTC_00340 bloqueado, columnas del plan por acordar con Compras · el mensaje de carga rechazada repite «La carga se detuvo».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2376" y="6455664"/>
            <a:ext cx="9875520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750" b="0" i="0">
                <a:solidFill>
                  <a:srgbClr val="858A8C"/>
                </a:solidFill>
                <a:latin typeface="Century Gothic"/>
              </a:rPr>
              <a:t>Capturas de la ejecución del 18-10-2026 (Evidencias_Pruebas_Proyecto_APT_v2.docx).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22376" y="1783080"/>
            <a:ext cx="7863840" cy="320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19BDE6"/>
                </a:solidFill>
                <a:latin typeface="Century Gothic"/>
              </a:rPr>
              <a:t>06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22376" y="2240280"/>
            <a:ext cx="8595360" cy="21031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800" b="1" i="0">
                <a:solidFill>
                  <a:srgbClr val="FFFFFF"/>
                </a:solidFill>
                <a:latin typeface="Century Gothic"/>
              </a:rPr>
              <a:t>RETROSPECTIVA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22376" y="4709160"/>
            <a:ext cx="7680960" cy="8229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9BDE6"/>
                </a:solidFill>
                <a:latin typeface="Century Gothic"/>
              </a:rPr>
              <a:t>Qué nos costó, cómo lo resolvimos y qué haríamos distinto.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200" b="1">
                <a:solidFill>
                  <a:srgbClr val="001A41"/>
                </a:solidFill>
                <a:latin typeface="Century Gothic"/>
              </a:rPr>
              <a:t>Conclusiones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22376" y="246888"/>
            <a:ext cx="1828800" cy="16459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39464F"/>
                </a:solidFill>
                <a:latin typeface="Century Gothic"/>
              </a:rPr>
              <a:t>Inchcape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78440" y="246888"/>
            <a:ext cx="1097280" cy="16459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spcAft>
                <a:spcPts val="0"/>
              </a:spcAft>
            </a:pPr>
            <a:r>
              <a:rPr sz="800" b="0" i="0">
                <a:solidFill>
                  <a:srgbClr val="39464F"/>
                </a:solidFill>
                <a:latin typeface="Century Gothic"/>
              </a:rPr>
              <a:t>29</a:t>
            </a:r>
          </a:p>
        </p:txBody>
      </p:sp>
      <p:sp>
        <p:nvSpPr>
          <p:cNvPr id="5" name="Snip Single Corner Rectangle 4"/>
          <p:cNvSpPr/>
          <p:nvPr/>
        </p:nvSpPr>
        <p:spPr>
          <a:xfrm>
            <a:off x="722376" y="1207008"/>
            <a:ext cx="5294376" cy="1691640"/>
          </a:xfrm>
          <a:prstGeom prst="snip1Rect">
            <a:avLst>
              <a:gd name="adj" fmla="val 9000"/>
            </a:avLst>
          </a:prstGeom>
          <a:solidFill>
            <a:srgbClr val="FFFFFF"/>
          </a:solidFill>
          <a:ln w="15875">
            <a:solidFill>
              <a:srgbClr val="001A4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" name="Oval 5"/>
          <p:cNvSpPr/>
          <p:nvPr/>
        </p:nvSpPr>
        <p:spPr>
          <a:xfrm>
            <a:off x="960120" y="1444752"/>
            <a:ext cx="493776" cy="493776"/>
          </a:xfrm>
          <a:prstGeom prst="ellipse">
            <a:avLst/>
          </a:prstGeom>
          <a:solidFill>
            <a:srgbClr val="001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00" b="1" i="0">
                <a:solidFill>
                  <a:srgbClr val="FFFFFF"/>
                </a:solidFill>
                <a:latin typeface="Century Gothic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36776" y="1481328"/>
            <a:ext cx="4206240" cy="4114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001A41"/>
                </a:solidFill>
                <a:latin typeface="Century Gothic"/>
              </a:rPr>
              <a:t>El producto está casi terminado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36776" y="1984248"/>
            <a:ext cx="4160520" cy="8686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39464F"/>
                </a:solidFill>
                <a:latin typeface="Century Gothic"/>
              </a:rPr>
              <a:t>Seis módulos operativos, 25 de 38 requerimientos implementados (77,6% de avance) y el ciclo mensual funciona de punta a punta.</a:t>
            </a:r>
          </a:p>
        </p:txBody>
      </p:sp>
      <p:sp>
        <p:nvSpPr>
          <p:cNvPr id="9" name="Snip Single Corner Rectangle 8"/>
          <p:cNvSpPr/>
          <p:nvPr/>
        </p:nvSpPr>
        <p:spPr>
          <a:xfrm>
            <a:off x="6181344" y="1207008"/>
            <a:ext cx="5294376" cy="1691640"/>
          </a:xfrm>
          <a:prstGeom prst="snip1Rect">
            <a:avLst>
              <a:gd name="adj" fmla="val 9000"/>
            </a:avLst>
          </a:prstGeom>
          <a:solidFill>
            <a:srgbClr val="FFFFFF"/>
          </a:solidFill>
          <a:ln w="15875">
            <a:solidFill>
              <a:srgbClr val="19B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" name="Oval 9"/>
          <p:cNvSpPr/>
          <p:nvPr/>
        </p:nvSpPr>
        <p:spPr>
          <a:xfrm>
            <a:off x="6419088" y="1444752"/>
            <a:ext cx="493776" cy="493776"/>
          </a:xfrm>
          <a:prstGeom prst="ellipse">
            <a:avLst/>
          </a:prstGeom>
          <a:solidFill>
            <a:srgbClr val="19BD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00" b="1" i="0">
                <a:solidFill>
                  <a:srgbClr val="001A41"/>
                </a:solidFill>
                <a:latin typeface="Century Gothic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95744" y="1481328"/>
            <a:ext cx="4206240" cy="4114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001A41"/>
                </a:solidFill>
                <a:latin typeface="Century Gothic"/>
              </a:rPr>
              <a:t>El modelo se validó con datos reales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95744" y="1984248"/>
            <a:ext cx="4160520" cy="8686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39464F"/>
                </a:solidFill>
                <a:latin typeface="Century Gothic"/>
              </a:rPr>
              <a:t>En una prueba ciega supera a la mejor referencia (73,1% vs 76,1% de WMAPE) y la ventaja crece a 3 meses, el horizonte de compra.</a:t>
            </a:r>
          </a:p>
        </p:txBody>
      </p:sp>
      <p:sp>
        <p:nvSpPr>
          <p:cNvPr id="13" name="Snip Single Corner Rectangle 12"/>
          <p:cNvSpPr/>
          <p:nvPr/>
        </p:nvSpPr>
        <p:spPr>
          <a:xfrm>
            <a:off x="722376" y="3081528"/>
            <a:ext cx="5294376" cy="1691640"/>
          </a:xfrm>
          <a:prstGeom prst="snip1Rect">
            <a:avLst>
              <a:gd name="adj" fmla="val 9000"/>
            </a:avLst>
          </a:prstGeom>
          <a:solidFill>
            <a:srgbClr val="FFFFFF"/>
          </a:solidFill>
          <a:ln w="15875">
            <a:solidFill>
              <a:srgbClr val="19B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4" name="Oval 13"/>
          <p:cNvSpPr/>
          <p:nvPr/>
        </p:nvSpPr>
        <p:spPr>
          <a:xfrm>
            <a:off x="960120" y="3319272"/>
            <a:ext cx="493776" cy="493776"/>
          </a:xfrm>
          <a:prstGeom prst="ellipse">
            <a:avLst/>
          </a:prstGeom>
          <a:solidFill>
            <a:srgbClr val="19BD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00" b="1" i="0">
                <a:solidFill>
                  <a:srgbClr val="001A41"/>
                </a:solidFill>
                <a:latin typeface="Century Gothic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36776" y="3355848"/>
            <a:ext cx="4206240" cy="4114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001A41"/>
                </a:solidFill>
                <a:latin typeface="Century Gothic"/>
              </a:rPr>
              <a:t>Conocemos sus límites con evidencia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36776" y="3858768"/>
            <a:ext cx="4160520" cy="8686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39464F"/>
                </a:solidFill>
                <a:latin typeface="Century Gothic"/>
              </a:rPr>
              <a:t>La generalización a otras marcas no es concluyente y los códigos nuevos necesitan información externa a la venta.</a:t>
            </a:r>
          </a:p>
        </p:txBody>
      </p:sp>
      <p:sp>
        <p:nvSpPr>
          <p:cNvPr id="17" name="Snip Single Corner Rectangle 16"/>
          <p:cNvSpPr/>
          <p:nvPr/>
        </p:nvSpPr>
        <p:spPr>
          <a:xfrm>
            <a:off x="6181344" y="3081528"/>
            <a:ext cx="5294376" cy="1691640"/>
          </a:xfrm>
          <a:prstGeom prst="snip1Rect">
            <a:avLst>
              <a:gd name="adj" fmla="val 9000"/>
            </a:avLst>
          </a:prstGeom>
          <a:solidFill>
            <a:srgbClr val="FFFFFF"/>
          </a:solidFill>
          <a:ln w="15875">
            <a:solidFill>
              <a:srgbClr val="001A4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8" name="Oval 17"/>
          <p:cNvSpPr/>
          <p:nvPr/>
        </p:nvSpPr>
        <p:spPr>
          <a:xfrm>
            <a:off x="6419088" y="3319272"/>
            <a:ext cx="493776" cy="493776"/>
          </a:xfrm>
          <a:prstGeom prst="ellipse">
            <a:avLst/>
          </a:prstGeom>
          <a:solidFill>
            <a:srgbClr val="001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00" b="1" i="0">
                <a:solidFill>
                  <a:srgbClr val="FFFFFF"/>
                </a:solidFill>
                <a:latin typeface="Century Gothic"/>
              </a:rP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95744" y="3355848"/>
            <a:ext cx="4206240" cy="4114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001A41"/>
                </a:solidFill>
                <a:latin typeface="Century Gothic"/>
              </a:rPr>
              <a:t>Para cerrar falta poco y está identificado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95744" y="3858768"/>
            <a:ext cx="4160520" cy="8686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39464F"/>
                </a:solidFill>
                <a:latin typeface="Century Gothic"/>
              </a:rPr>
              <a:t>Seguridad de acceso, corregir los hallazgos de las pruebas y validar el alcance con la contraparte.</a:t>
            </a:r>
          </a:p>
        </p:txBody>
      </p:sp>
      <p:sp>
        <p:nvSpPr>
          <p:cNvPr id="21" name="Snip Single Corner Rectangle 20"/>
          <p:cNvSpPr/>
          <p:nvPr/>
        </p:nvSpPr>
        <p:spPr>
          <a:xfrm>
            <a:off x="722376" y="5074920"/>
            <a:ext cx="10753344" cy="1188720"/>
          </a:xfrm>
          <a:prstGeom prst="snip1Rect">
            <a:avLst>
              <a:gd name="adj" fmla="val 9000"/>
            </a:avLst>
          </a:prstGeom>
          <a:solidFill>
            <a:srgbClr val="001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051560" y="5074920"/>
            <a:ext cx="10058400" cy="11887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Century Gothic"/>
              </a:rPr>
              <a:t>No entregamos un análisis: entregamos una herramienta que Planificación y Compras puede operar cada mes para decidir qué comprar, cuánto y con qué anticipación.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15">
      <a:dk1>
        <a:srgbClr val="152C47"/>
      </a:dk1>
      <a:lt1>
        <a:srgbClr val="FFFFFF"/>
      </a:lt1>
      <a:dk2>
        <a:srgbClr val="39464F"/>
      </a:dk2>
      <a:lt2>
        <a:srgbClr val="F2E61A"/>
      </a:lt2>
      <a:accent1>
        <a:srgbClr val="001A41"/>
      </a:accent1>
      <a:accent2>
        <a:srgbClr val="19BDE6"/>
      </a:accent2>
      <a:accent3>
        <a:srgbClr val="858A8C"/>
      </a:accent3>
      <a:accent4>
        <a:srgbClr val="F1E519"/>
      </a:accent4>
      <a:accent5>
        <a:srgbClr val="A461AB"/>
      </a:accent5>
      <a:accent6>
        <a:srgbClr val="BACF00"/>
      </a:accent6>
      <a:hlink>
        <a:srgbClr val="19BDE6"/>
      </a:hlink>
      <a:folHlink>
        <a:srgbClr val="39454F"/>
      </a:folHlink>
    </a:clrScheme>
    <a:fontScheme name="Century Gothic">
      <a:majorFont>
        <a:latin typeface="Century Gothic" panose="020F03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F03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2"/>
        </a:solidFill>
        <a:ln w="9508" cap="flat">
          <a:noFill/>
          <a:prstDash val="solid"/>
          <a:miter/>
        </a:ln>
      </a:spPr>
      <a:bodyPr wrap="square" lIns="180000" tIns="144000" rIns="180000" bIns="144000" rtlCol="0" anchor="t">
        <a:noAutofit/>
      </a:bodyPr>
      <a:lstStyle>
        <a:defPPr algn="l">
          <a:spcAft>
            <a:spcPts val="1000"/>
          </a:spcAft>
          <a:defRPr sz="1600" dirty="0" err="1" smtClean="0"/>
        </a:defPPr>
      </a:lstStyle>
    </a:spDef>
    <a:lnDef>
      <a:spPr>
        <a:ln w="25400">
          <a:headEnd type="none" w="sm" len="sm"/>
          <a:tailEnd type="oval" w="sm" len="sm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180000" tIns="144000" rIns="180000" bIns="144000" rtlCol="0">
        <a:spAutoFit/>
      </a:bodyPr>
      <a:lstStyle>
        <a:defPPr algn="l">
          <a:spcAft>
            <a:spcPts val="1000"/>
          </a:spcAft>
          <a:defRPr sz="1600" dirty="0" err="1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haredWithUsers xmlns="1e4db753-7f84-4790-8765-8cb3f2835c63">
      <UserInfo>
        <DisplayName>Krishma Arora   IPLC</DisplayName>
        <AccountId>52</AccountId>
        <AccountType/>
      </UserInfo>
      <UserInfo>
        <DisplayName>Rob Gurner   IPLC</DisplayName>
        <AccountId>535</AccountId>
        <AccountType/>
      </UserInfo>
      <UserInfo>
        <DisplayName>Sarah Charlesworth   IPLC</DisplayName>
        <AccountId>268</AccountId>
        <AccountType/>
      </UserInfo>
      <UserInfo>
        <DisplayName>Louise Manzano   IPLC</DisplayName>
        <AccountId>42</AccountId>
        <AccountType/>
      </UserInfo>
      <UserInfo>
        <DisplayName>Helen Cunningham   IPLC</DisplayName>
        <AccountId>65</AccountId>
        <AccountType/>
      </UserInfo>
      <UserInfo>
        <DisplayName>Mark McCarthy   IPLC</DisplayName>
        <AccountId>13</AccountId>
        <AccountType/>
      </UserInfo>
    </SharedWithUsers>
    <lcf76f155ced4ddcb4097134ff3c332f xmlns="fe07e1ed-d10d-459f-b65d-5112d0e4faaf">
      <Terms xmlns="http://schemas.microsoft.com/office/infopath/2007/PartnerControls"/>
    </lcf76f155ced4ddcb4097134ff3c332f>
    <TaxCatchAll xmlns="1e4db753-7f84-4790-8765-8cb3f2835c63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72816DF0B718D4293B68D9F2783A8A6" ma:contentTypeVersion="15" ma:contentTypeDescription="Create a new document." ma:contentTypeScope="" ma:versionID="35ca629cd1a7b2e3cabf0bafbeb21046">
  <xsd:schema xmlns:xsd="http://www.w3.org/2001/XMLSchema" xmlns:xs="http://www.w3.org/2001/XMLSchema" xmlns:p="http://schemas.microsoft.com/office/2006/metadata/properties" xmlns:ns2="fe07e1ed-d10d-459f-b65d-5112d0e4faaf" xmlns:ns3="1e4db753-7f84-4790-8765-8cb3f2835c63" targetNamespace="http://schemas.microsoft.com/office/2006/metadata/properties" ma:root="true" ma:fieldsID="02c03ffaef91467100827a9a8844bcce" ns2:_="" ns3:_="">
    <xsd:import namespace="fe07e1ed-d10d-459f-b65d-5112d0e4faaf"/>
    <xsd:import namespace="1e4db753-7f84-4790-8765-8cb3f2835c63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LengthInSeconds" minOccurs="0"/>
                <xsd:element ref="ns3:SharedWithUsers" minOccurs="0"/>
                <xsd:element ref="ns3:SharedWithDetails" minOccurs="0"/>
                <xsd:element ref="ns2:MediaServiceLocation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e07e1ed-d10d-459f-b65d-5112d0e4faa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2" nillable="true" ma:taxonomy="true" ma:internalName="lcf76f155ced4ddcb4097134ff3c332f" ma:taxonomyFieldName="MediaServiceImageTags" ma:displayName="Image Tags" ma:readOnly="false" ma:fieldId="{5cf76f15-5ced-4ddc-b409-7134ff3c332f}" ma:taxonomyMulti="true" ma:sspId="c590332b-fabd-4d8b-ad3c-646d4e96e34f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4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LengthInSeconds" ma:index="18" nillable="true" ma:displayName="MediaLengthInSeconds" ma:hidden="true" ma:internalName="MediaLengthInSeconds" ma:readOnly="true">
      <xsd:simpleType>
        <xsd:restriction base="dms:Unknown"/>
      </xsd:simpleType>
    </xsd:element>
    <xsd:element name="MediaServiceLocation" ma:index="21" nillable="true" ma:displayName="Location" ma:indexed="true" ma:internalName="MediaServiceLocation" ma:readOnly="true">
      <xsd:simpleType>
        <xsd:restriction base="dms:Text"/>
      </xsd:simpleType>
    </xsd:element>
    <xsd:element name="MediaServiceSearchProperties" ma:index="22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e4db753-7f84-4790-8765-8cb3f2835c63" elementFormDefault="qualified">
    <xsd:import namespace="http://schemas.microsoft.com/office/2006/documentManagement/types"/>
    <xsd:import namespace="http://schemas.microsoft.com/office/infopath/2007/PartnerControls"/>
    <xsd:element name="TaxCatchAll" ma:index="13" nillable="true" ma:displayName="Taxonomy Catch All Column" ma:hidden="true" ma:list="{f078e5a0-0625-449c-87a6-b303b39ed112}" ma:internalName="TaxCatchAll" ma:showField="CatchAllData" ma:web="1e4db753-7f84-4790-8765-8cb3f2835c63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19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0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E9BDAAEF-1C66-4A0F-A652-4F61C0A44912}">
  <ds:schemaRefs>
    <ds:schemaRef ds:uri="http://schemas.microsoft.com/office/2006/metadata/properties"/>
    <ds:schemaRef ds:uri="http://www.w3.org/2000/xmlns/"/>
    <ds:schemaRef ds:uri="1e4db753-7f84-4790-8765-8cb3f2835c63"/>
    <ds:schemaRef ds:uri="fe07e1ed-d10d-459f-b65d-5112d0e4faaf"/>
    <ds:schemaRef ds:uri="http://schemas.microsoft.com/office/infopath/2007/PartnerControls"/>
    <ds:schemaRef ds:uri="http://www.w3.org/2001/XMLSchema-instance"/>
  </ds:schemaRefs>
</ds:datastoreItem>
</file>

<file path=customXml/itemProps2.xml><?xml version="1.0" encoding="utf-8"?>
<ds:datastoreItem xmlns:ds="http://schemas.openxmlformats.org/officeDocument/2006/customXml" ds:itemID="{4439B1BB-EF98-4CAB-BE72-A6C21D8A6244}">
  <ds:schemaRefs>
    <ds:schemaRef ds:uri="http://schemas.microsoft.com/office/2006/metadata/contentType"/>
    <ds:schemaRef ds:uri="http://schemas.microsoft.com/office/2006/metadata/properties/metaAttributes"/>
    <ds:schemaRef ds:uri="http://www.w3.org/2000/xmlns/"/>
    <ds:schemaRef ds:uri="http://www.w3.org/2001/XMLSchema"/>
    <ds:schemaRef ds:uri="fe07e1ed-d10d-459f-b65d-5112d0e4faaf"/>
    <ds:schemaRef ds:uri="1e4db753-7f84-4790-8765-8cb3f2835c63"/>
  </ds:schemaRefs>
</ds:datastoreItem>
</file>

<file path=customXml/itemProps3.xml><?xml version="1.0" encoding="utf-8"?>
<ds:datastoreItem xmlns:ds="http://schemas.openxmlformats.org/officeDocument/2006/customXml" ds:itemID="{47EC6D78-50C1-4508-90C1-EE0AEE075206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27799</TotalTime>
  <Words>4176</Words>
  <Application>Microsoft Office PowerPoint</Application>
  <PresentationFormat>Panorámica</PresentationFormat>
  <Paragraphs>417</Paragraphs>
  <Slides>24</Slides>
  <Notes>24</Notes>
  <HiddenSlides>0</HiddenSlides>
  <MMClips>1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24</vt:i4>
      </vt:variant>
    </vt:vector>
  </HeadingPairs>
  <TitlesOfParts>
    <vt:vector size="25" baseType="lpstr">
      <vt:lpstr>Office Theme</vt:lpstr>
      <vt:lpstr>Presentación de PowerPoint</vt:lpstr>
      <vt:lpstr>Contenido</vt:lpstr>
      <vt:lpstr>Presentación de PowerPoint</vt:lpstr>
      <vt:lpstr>Problemática y solución</vt:lpstr>
      <vt:lpstr>Objetivos y su avance</vt:lpstr>
      <vt:lpstr>Alcance del proyecto</vt:lpstr>
      <vt:lpstr>Proceso de negocio: el ciclo mensual de compra</vt:lpstr>
      <vt:lpstr>Alternativas evaluadas</vt:lpstr>
      <vt:lpstr>Presentación de PowerPoint</vt:lpstr>
      <vt:lpstr>Metodología: cascada, con CRISP-DM para el modelo</vt:lpstr>
      <vt:lpstr>Historias de usuario</vt:lpstr>
      <vt:lpstr>Presentación de PowerPoint</vt:lpstr>
      <vt:lpstr>Arquitectura del sistema</vt:lpstr>
      <vt:lpstr>Tecnologías usadas</vt:lpstr>
      <vt:lpstr>Modelo de datos</vt:lpstr>
      <vt:lpstr>Presentación de PowerPoint</vt:lpstr>
      <vt:lpstr>Estado del producto</vt:lpstr>
      <vt:lpstr>La aplicación: seis módulos operativos</vt:lpstr>
      <vt:lpstr>El modelo con datos reales: prueba ciega</vt:lpstr>
      <vt:lpstr>Presentación de PowerPoint</vt:lpstr>
      <vt:lpstr>Plan de pruebas y avance</vt:lpstr>
      <vt:lpstr>Evidencias: errores encontrados</vt:lpstr>
      <vt:lpstr>Presentación de PowerPoint</vt:lpstr>
      <vt:lpstr>Conclusiones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Sophie Field</dc:creator>
  <cp:lastModifiedBy>Jorge Cavieres Rojas</cp:lastModifiedBy>
  <cp:revision>1135</cp:revision>
  <dcterms:created xsi:type="dcterms:W3CDTF">2021-04-28T08:25:13Z</dcterms:created>
  <dcterms:modified xsi:type="dcterms:W3CDTF">2026-10-26T23:18:06Z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2d127fec-be1e-40ee-b325-1150ed8ebb89_Enabled">
    <vt:lpwstr>true</vt:lpwstr>
  </property>
  <property fmtid="{D5CDD505-2E9C-101B-9397-08002B2CF9AE}" pid="3" name="MSIP_Label_2d127fec-be1e-40ee-b325-1150ed8ebb89_SetDate">
    <vt:lpwstr>2023-11-17T09:09:29Z</vt:lpwstr>
  </property>
  <property fmtid="{D5CDD505-2E9C-101B-9397-08002B2CF9AE}" pid="4" name="MSIP_Label_2d127fec-be1e-40ee-b325-1150ed8ebb89_Method">
    <vt:lpwstr>Standard</vt:lpwstr>
  </property>
  <property fmtid="{D5CDD505-2E9C-101B-9397-08002B2CF9AE}" pid="5" name="MSIP_Label_2d127fec-be1e-40ee-b325-1150ed8ebb89_Name">
    <vt:lpwstr>POC Internal</vt:lpwstr>
  </property>
  <property fmtid="{D5CDD505-2E9C-101B-9397-08002B2CF9AE}" pid="6" name="MSIP_Label_2d127fec-be1e-40ee-b325-1150ed8ebb89_SiteId">
    <vt:lpwstr>038d1eb6-c4ba-4396-9150-1ad91c9469c6</vt:lpwstr>
  </property>
  <property fmtid="{D5CDD505-2E9C-101B-9397-08002B2CF9AE}" pid="7" name="MSIP_Label_2d127fec-be1e-40ee-b325-1150ed8ebb89_ActionId">
    <vt:lpwstr>04b03933-06dd-43e5-9db8-43b93640acd9</vt:lpwstr>
  </property>
  <property fmtid="{D5CDD505-2E9C-101B-9397-08002B2CF9AE}" pid="8" name="MSIP_Label_2d127fec-be1e-40ee-b325-1150ed8ebb89_ContentBits">
    <vt:lpwstr>0</vt:lpwstr>
  </property>
  <property fmtid="{D5CDD505-2E9C-101B-9397-08002B2CF9AE}" pid="9" name="ContentTypeId">
    <vt:lpwstr>0x0101005705459063B80F4EA552D418A0556FA3</vt:lpwstr>
  </property>
  <property fmtid="{D5CDD505-2E9C-101B-9397-08002B2CF9AE}" pid="10" name="MediaServiceImageTags">
    <vt:lpwstr/>
  </property>
</Properties>
</file>